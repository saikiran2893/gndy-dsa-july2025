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27"/>
  </p:notesMasterIdLst>
  <p:sldIdLst>
    <p:sldId id="256" r:id="rId2"/>
    <p:sldId id="566" r:id="rId3"/>
    <p:sldId id="484" r:id="rId4"/>
    <p:sldId id="485" r:id="rId5"/>
    <p:sldId id="314" r:id="rId6"/>
    <p:sldId id="487" r:id="rId7"/>
    <p:sldId id="488" r:id="rId8"/>
    <p:sldId id="489" r:id="rId9"/>
    <p:sldId id="491" r:id="rId10"/>
    <p:sldId id="492" r:id="rId11"/>
    <p:sldId id="490" r:id="rId12"/>
    <p:sldId id="504" r:id="rId13"/>
    <p:sldId id="505" r:id="rId14"/>
    <p:sldId id="506" r:id="rId15"/>
    <p:sldId id="507" r:id="rId16"/>
    <p:sldId id="508" r:id="rId17"/>
    <p:sldId id="512" r:id="rId18"/>
    <p:sldId id="510" r:id="rId19"/>
    <p:sldId id="493" r:id="rId20"/>
    <p:sldId id="494" r:id="rId21"/>
    <p:sldId id="509" r:id="rId22"/>
    <p:sldId id="495" r:id="rId23"/>
    <p:sldId id="496" r:id="rId24"/>
    <p:sldId id="283" r:id="rId25"/>
    <p:sldId id="40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5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0CFF0C-0557-EBBE-1FF3-E4F738B43CCF}" v="39" dt="2025-01-10T08:47:23.0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09" autoAdjust="0"/>
    <p:restoredTop sz="92788" autoAdjust="0"/>
  </p:normalViewPr>
  <p:slideViewPr>
    <p:cSldViewPr snapToGrid="0">
      <p:cViewPr varScale="1">
        <p:scale>
          <a:sx n="67" d="100"/>
          <a:sy n="67" d="100"/>
        </p:scale>
        <p:origin x="82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 Chopade" userId="S::suraj.chopade@bostoninstituteofanalytics.org::dcc44ee8-6a65-4538-a5e1-c87e14ca7a61" providerId="AD" clId="Web-{7C3373BF-7342-5953-BE25-2B9562A62AC8}"/>
    <pc:docChg chg="sldOrd">
      <pc:chgData name="Suraj Chopade" userId="S::suraj.chopade@bostoninstituteofanalytics.org::dcc44ee8-6a65-4538-a5e1-c87e14ca7a61" providerId="AD" clId="Web-{7C3373BF-7342-5953-BE25-2B9562A62AC8}" dt="2024-05-01T06:28:37.819" v="0"/>
      <pc:docMkLst>
        <pc:docMk/>
      </pc:docMkLst>
      <pc:sldChg chg="ord">
        <pc:chgData name="Suraj Chopade" userId="S::suraj.chopade@bostoninstituteofanalytics.org::dcc44ee8-6a65-4538-a5e1-c87e14ca7a61" providerId="AD" clId="Web-{7C3373BF-7342-5953-BE25-2B9562A62AC8}" dt="2024-05-01T06:28:37.819" v="0"/>
        <pc:sldMkLst>
          <pc:docMk/>
          <pc:sldMk cId="3469038299" sldId="495"/>
        </pc:sldMkLst>
      </pc:sldChg>
    </pc:docChg>
  </pc:docChgLst>
  <pc:docChgLst>
    <pc:chgData name="Suraj Chopade" userId="S::suraj.chopade@bostoninstituteofanalytics.org::dcc44ee8-6a65-4538-a5e1-c87e14ca7a61" providerId="AD" clId="Web-{33CAAFBA-B442-9BB0-F1EC-D25D2C8F1DF3}"/>
    <pc:docChg chg="modSld">
      <pc:chgData name="Suraj Chopade" userId="S::suraj.chopade@bostoninstituteofanalytics.org::dcc44ee8-6a65-4538-a5e1-c87e14ca7a61" providerId="AD" clId="Web-{33CAAFBA-B442-9BB0-F1EC-D25D2C8F1DF3}" dt="2023-11-18T13:03:45.104" v="79" actId="20577"/>
      <pc:docMkLst>
        <pc:docMk/>
      </pc:docMkLst>
      <pc:sldChg chg="modSp">
        <pc:chgData name="Suraj Chopade" userId="S::suraj.chopade@bostoninstituteofanalytics.org::dcc44ee8-6a65-4538-a5e1-c87e14ca7a61" providerId="AD" clId="Web-{33CAAFBA-B442-9BB0-F1EC-D25D2C8F1DF3}" dt="2023-11-18T13:02:14.008" v="76"/>
        <pc:sldMkLst>
          <pc:docMk/>
          <pc:sldMk cId="3582198988" sldId="485"/>
        </pc:sldMkLst>
        <pc:graphicFrameChg chg="mod modGraphic">
          <ac:chgData name="Suraj Chopade" userId="S::suraj.chopade@bostoninstituteofanalytics.org::dcc44ee8-6a65-4538-a5e1-c87e14ca7a61" providerId="AD" clId="Web-{33CAAFBA-B442-9BB0-F1EC-D25D2C8F1DF3}" dt="2023-11-18T13:02:14.008" v="76"/>
          <ac:graphicFrameMkLst>
            <pc:docMk/>
            <pc:sldMk cId="3582198988" sldId="485"/>
            <ac:graphicFrameMk id="7" creationId="{FBF120AC-CEA3-E6FB-1F60-5853288C1B5C}"/>
          </ac:graphicFrameMkLst>
        </pc:graphicFrameChg>
      </pc:sldChg>
      <pc:sldChg chg="modSp">
        <pc:chgData name="Suraj Chopade" userId="S::suraj.chopade@bostoninstituteofanalytics.org::dcc44ee8-6a65-4538-a5e1-c87e14ca7a61" providerId="AD" clId="Web-{33CAAFBA-B442-9BB0-F1EC-D25D2C8F1DF3}" dt="2023-11-18T13:03:45.104" v="79" actId="20577"/>
        <pc:sldMkLst>
          <pc:docMk/>
          <pc:sldMk cId="3658381137" sldId="496"/>
        </pc:sldMkLst>
        <pc:spChg chg="mod">
          <ac:chgData name="Suraj Chopade" userId="S::suraj.chopade@bostoninstituteofanalytics.org::dcc44ee8-6a65-4538-a5e1-c87e14ca7a61" providerId="AD" clId="Web-{33CAAFBA-B442-9BB0-F1EC-D25D2C8F1DF3}" dt="2023-11-18T13:03:45.104" v="79" actId="20577"/>
          <ac:spMkLst>
            <pc:docMk/>
            <pc:sldMk cId="3658381137" sldId="496"/>
            <ac:spMk id="2" creationId="{F7761F45-99CF-5094-8BAE-64DDA34139B5}"/>
          </ac:spMkLst>
        </pc:spChg>
      </pc:sldChg>
    </pc:docChg>
  </pc:docChgLst>
  <pc:docChgLst>
    <pc:chgData name="Suraj Chopade" userId="S::suraj.chopade@bostoninstituteofanalytics.org::dcc44ee8-6a65-4538-a5e1-c87e14ca7a61" providerId="AD" clId="Web-{42544C3E-FB58-70A6-CC1F-8FE66E61D5EE}"/>
    <pc:docChg chg="addSld modSld">
      <pc:chgData name="Suraj Chopade" userId="S::suraj.chopade@bostoninstituteofanalytics.org::dcc44ee8-6a65-4538-a5e1-c87e14ca7a61" providerId="AD" clId="Web-{42544C3E-FB58-70A6-CC1F-8FE66E61D5EE}" dt="2023-10-09T10:16:04.061" v="358" actId="20577"/>
      <pc:docMkLst>
        <pc:docMk/>
      </pc:docMkLst>
      <pc:sldChg chg="delSp modSp">
        <pc:chgData name="Suraj Chopade" userId="S::suraj.chopade@bostoninstituteofanalytics.org::dcc44ee8-6a65-4538-a5e1-c87e14ca7a61" providerId="AD" clId="Web-{42544C3E-FB58-70A6-CC1F-8FE66E61D5EE}" dt="2023-10-09T09:32:41.543" v="137" actId="1076"/>
        <pc:sldMkLst>
          <pc:docMk/>
          <pc:sldMk cId="1726830" sldId="314"/>
        </pc:sldMkLst>
        <pc:picChg chg="mod">
          <ac:chgData name="Suraj Chopade" userId="S::suraj.chopade@bostoninstituteofanalytics.org::dcc44ee8-6a65-4538-a5e1-c87e14ca7a61" providerId="AD" clId="Web-{42544C3E-FB58-70A6-CC1F-8FE66E61D5EE}" dt="2023-10-09T09:32:41.543" v="137" actId="1076"/>
          <ac:picMkLst>
            <pc:docMk/>
            <pc:sldMk cId="1726830" sldId="314"/>
            <ac:picMk id="3" creationId="{04C05F6D-535B-1CDB-D8A2-B023A2342190}"/>
          </ac:picMkLst>
        </pc:picChg>
        <pc:picChg chg="del">
          <ac:chgData name="Suraj Chopade" userId="S::suraj.chopade@bostoninstituteofanalytics.org::dcc44ee8-6a65-4538-a5e1-c87e14ca7a61" providerId="AD" clId="Web-{42544C3E-FB58-70A6-CC1F-8FE66E61D5EE}" dt="2023-10-09T09:32:36.871" v="136"/>
          <ac:picMkLst>
            <pc:docMk/>
            <pc:sldMk cId="1726830" sldId="314"/>
            <ac:picMk id="6" creationId="{00000000-0000-0000-0000-000000000000}"/>
          </ac:picMkLst>
        </pc:picChg>
      </pc:sldChg>
      <pc:sldChg chg="delSp modSp">
        <pc:chgData name="Suraj Chopade" userId="S::suraj.chopade@bostoninstituteofanalytics.org::dcc44ee8-6a65-4538-a5e1-c87e14ca7a61" providerId="AD" clId="Web-{42544C3E-FB58-70A6-CC1F-8FE66E61D5EE}" dt="2023-10-09T09:32:44.137" v="138"/>
        <pc:sldMkLst>
          <pc:docMk/>
          <pc:sldMk cId="4076578880" sldId="484"/>
        </pc:sldMkLst>
        <pc:spChg chg="mod">
          <ac:chgData name="Suraj Chopade" userId="S::suraj.chopade@bostoninstituteofanalytics.org::dcc44ee8-6a65-4538-a5e1-c87e14ca7a61" providerId="AD" clId="Web-{42544C3E-FB58-70A6-CC1F-8FE66E61D5EE}" dt="2023-10-09T09:21:44.398" v="11" actId="1076"/>
          <ac:spMkLst>
            <pc:docMk/>
            <pc:sldMk cId="4076578880" sldId="484"/>
            <ac:spMk id="3" creationId="{5FAF0B8B-2FA0-7D88-B529-85CF2FDB866C}"/>
          </ac:spMkLst>
        </pc:spChg>
        <pc:picChg chg="del">
          <ac:chgData name="Suraj Chopade" userId="S::suraj.chopade@bostoninstituteofanalytics.org::dcc44ee8-6a65-4538-a5e1-c87e14ca7a61" providerId="AD" clId="Web-{42544C3E-FB58-70A6-CC1F-8FE66E61D5EE}" dt="2023-10-09T09:32:44.137" v="138"/>
          <ac:picMkLst>
            <pc:docMk/>
            <pc:sldMk cId="4076578880" sldId="484"/>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46.512" v="139"/>
        <pc:sldMkLst>
          <pc:docMk/>
          <pc:sldMk cId="3582198988" sldId="485"/>
        </pc:sldMkLst>
        <pc:picChg chg="del">
          <ac:chgData name="Suraj Chopade" userId="S::suraj.chopade@bostoninstituteofanalytics.org::dcc44ee8-6a65-4538-a5e1-c87e14ca7a61" providerId="AD" clId="Web-{42544C3E-FB58-70A6-CC1F-8FE66E61D5EE}" dt="2023-10-09T09:32:46.512" v="139"/>
          <ac:picMkLst>
            <pc:docMk/>
            <pc:sldMk cId="3582198988" sldId="485"/>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49.684" v="140"/>
        <pc:sldMkLst>
          <pc:docMk/>
          <pc:sldMk cId="3025139516" sldId="486"/>
        </pc:sldMkLst>
        <pc:picChg chg="del">
          <ac:chgData name="Suraj Chopade" userId="S::suraj.chopade@bostoninstituteofanalytics.org::dcc44ee8-6a65-4538-a5e1-c87e14ca7a61" providerId="AD" clId="Web-{42544C3E-FB58-70A6-CC1F-8FE66E61D5EE}" dt="2023-10-09T09:32:49.684" v="140"/>
          <ac:picMkLst>
            <pc:docMk/>
            <pc:sldMk cId="3025139516" sldId="486"/>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34.418" v="135"/>
        <pc:sldMkLst>
          <pc:docMk/>
          <pc:sldMk cId="170298293" sldId="487"/>
        </pc:sldMkLst>
        <pc:picChg chg="del">
          <ac:chgData name="Suraj Chopade" userId="S::suraj.chopade@bostoninstituteofanalytics.org::dcc44ee8-6a65-4538-a5e1-c87e14ca7a61" providerId="AD" clId="Web-{42544C3E-FB58-70A6-CC1F-8FE66E61D5EE}" dt="2023-10-09T09:32:34.418" v="135"/>
          <ac:picMkLst>
            <pc:docMk/>
            <pc:sldMk cId="170298293" sldId="487"/>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32.652" v="134"/>
        <pc:sldMkLst>
          <pc:docMk/>
          <pc:sldMk cId="2393680182" sldId="488"/>
        </pc:sldMkLst>
        <pc:picChg chg="del">
          <ac:chgData name="Suraj Chopade" userId="S::suraj.chopade@bostoninstituteofanalytics.org::dcc44ee8-6a65-4538-a5e1-c87e14ca7a61" providerId="AD" clId="Web-{42544C3E-FB58-70A6-CC1F-8FE66E61D5EE}" dt="2023-10-09T09:32:32.652" v="134"/>
          <ac:picMkLst>
            <pc:docMk/>
            <pc:sldMk cId="2393680182" sldId="488"/>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30.355" v="133"/>
        <pc:sldMkLst>
          <pc:docMk/>
          <pc:sldMk cId="1794145806" sldId="489"/>
        </pc:sldMkLst>
        <pc:picChg chg="del">
          <ac:chgData name="Suraj Chopade" userId="S::suraj.chopade@bostoninstituteofanalytics.org::dcc44ee8-6a65-4538-a5e1-c87e14ca7a61" providerId="AD" clId="Web-{42544C3E-FB58-70A6-CC1F-8FE66E61D5EE}" dt="2023-10-09T09:32:30.355" v="133"/>
          <ac:picMkLst>
            <pc:docMk/>
            <pc:sldMk cId="1794145806" sldId="489"/>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23.418" v="130"/>
        <pc:sldMkLst>
          <pc:docMk/>
          <pc:sldMk cId="1281757821" sldId="490"/>
        </pc:sldMkLst>
        <pc:picChg chg="del">
          <ac:chgData name="Suraj Chopade" userId="S::suraj.chopade@bostoninstituteofanalytics.org::dcc44ee8-6a65-4538-a5e1-c87e14ca7a61" providerId="AD" clId="Web-{42544C3E-FB58-70A6-CC1F-8FE66E61D5EE}" dt="2023-10-09T09:32:23.418" v="130"/>
          <ac:picMkLst>
            <pc:docMk/>
            <pc:sldMk cId="1281757821" sldId="490"/>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28.715" v="132"/>
        <pc:sldMkLst>
          <pc:docMk/>
          <pc:sldMk cId="3802794363" sldId="491"/>
        </pc:sldMkLst>
        <pc:picChg chg="del">
          <ac:chgData name="Suraj Chopade" userId="S::suraj.chopade@bostoninstituteofanalytics.org::dcc44ee8-6a65-4538-a5e1-c87e14ca7a61" providerId="AD" clId="Web-{42544C3E-FB58-70A6-CC1F-8FE66E61D5EE}" dt="2023-10-09T09:32:28.715" v="132"/>
          <ac:picMkLst>
            <pc:docMk/>
            <pc:sldMk cId="3802794363" sldId="491"/>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26.261" v="131"/>
        <pc:sldMkLst>
          <pc:docMk/>
          <pc:sldMk cId="15428375" sldId="492"/>
        </pc:sldMkLst>
        <pc:picChg chg="del">
          <ac:chgData name="Suraj Chopade" userId="S::suraj.chopade@bostoninstituteofanalytics.org::dcc44ee8-6a65-4538-a5e1-c87e14ca7a61" providerId="AD" clId="Web-{42544C3E-FB58-70A6-CC1F-8FE66E61D5EE}" dt="2023-10-09T09:32:26.261" v="131"/>
          <ac:picMkLst>
            <pc:docMk/>
            <pc:sldMk cId="15428375" sldId="492"/>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58.981" v="141"/>
        <pc:sldMkLst>
          <pc:docMk/>
          <pc:sldMk cId="2447148602" sldId="493"/>
        </pc:sldMkLst>
        <pc:picChg chg="del">
          <ac:chgData name="Suraj Chopade" userId="S::suraj.chopade@bostoninstituteofanalytics.org::dcc44ee8-6a65-4538-a5e1-c87e14ca7a61" providerId="AD" clId="Web-{42544C3E-FB58-70A6-CC1F-8FE66E61D5EE}" dt="2023-10-09T09:32:58.981" v="141"/>
          <ac:picMkLst>
            <pc:docMk/>
            <pc:sldMk cId="2447148602" sldId="493"/>
            <ac:picMk id="6" creationId="{00000000-0000-0000-0000-000000000000}"/>
          </ac:picMkLst>
        </pc:picChg>
      </pc:sldChg>
      <pc:sldChg chg="delSp">
        <pc:chgData name="Suraj Chopade" userId="S::suraj.chopade@bostoninstituteofanalytics.org::dcc44ee8-6a65-4538-a5e1-c87e14ca7a61" providerId="AD" clId="Web-{42544C3E-FB58-70A6-CC1F-8FE66E61D5EE}" dt="2023-10-09T09:33:01.903" v="142"/>
        <pc:sldMkLst>
          <pc:docMk/>
          <pc:sldMk cId="3592800487" sldId="494"/>
        </pc:sldMkLst>
        <pc:picChg chg="del">
          <ac:chgData name="Suraj Chopade" userId="S::suraj.chopade@bostoninstituteofanalytics.org::dcc44ee8-6a65-4538-a5e1-c87e14ca7a61" providerId="AD" clId="Web-{42544C3E-FB58-70A6-CC1F-8FE66E61D5EE}" dt="2023-10-09T09:33:01.903" v="142"/>
          <ac:picMkLst>
            <pc:docMk/>
            <pc:sldMk cId="3592800487" sldId="494"/>
            <ac:picMk id="6" creationId="{00000000-0000-0000-0000-000000000000}"/>
          </ac:picMkLst>
        </pc:picChg>
      </pc:sldChg>
      <pc:sldChg chg="delSp">
        <pc:chgData name="Suraj Chopade" userId="S::suraj.chopade@bostoninstituteofanalytics.org::dcc44ee8-6a65-4538-a5e1-c87e14ca7a61" providerId="AD" clId="Web-{42544C3E-FB58-70A6-CC1F-8FE66E61D5EE}" dt="2023-10-09T09:33:04.825" v="143"/>
        <pc:sldMkLst>
          <pc:docMk/>
          <pc:sldMk cId="3469038299" sldId="495"/>
        </pc:sldMkLst>
        <pc:picChg chg="del">
          <ac:chgData name="Suraj Chopade" userId="S::suraj.chopade@bostoninstituteofanalytics.org::dcc44ee8-6a65-4538-a5e1-c87e14ca7a61" providerId="AD" clId="Web-{42544C3E-FB58-70A6-CC1F-8FE66E61D5EE}" dt="2023-10-09T09:33:04.825" v="143"/>
          <ac:picMkLst>
            <pc:docMk/>
            <pc:sldMk cId="3469038299" sldId="495"/>
            <ac:picMk id="6" creationId="{00000000-0000-0000-0000-000000000000}"/>
          </ac:picMkLst>
        </pc:picChg>
      </pc:sldChg>
      <pc:sldChg chg="delSp modSp">
        <pc:chgData name="Suraj Chopade" userId="S::suraj.chopade@bostoninstituteofanalytics.org::dcc44ee8-6a65-4538-a5e1-c87e14ca7a61" providerId="AD" clId="Web-{42544C3E-FB58-70A6-CC1F-8FE66E61D5EE}" dt="2023-10-09T10:16:04.061" v="358" actId="20577"/>
        <pc:sldMkLst>
          <pc:docMk/>
          <pc:sldMk cId="3658381137" sldId="496"/>
        </pc:sldMkLst>
        <pc:spChg chg="mod">
          <ac:chgData name="Suraj Chopade" userId="S::suraj.chopade@bostoninstituteofanalytics.org::dcc44ee8-6a65-4538-a5e1-c87e14ca7a61" providerId="AD" clId="Web-{42544C3E-FB58-70A6-CC1F-8FE66E61D5EE}" dt="2023-10-09T10:16:04.061" v="358" actId="20577"/>
          <ac:spMkLst>
            <pc:docMk/>
            <pc:sldMk cId="3658381137" sldId="496"/>
            <ac:spMk id="2" creationId="{F7761F45-99CF-5094-8BAE-64DDA34139B5}"/>
          </ac:spMkLst>
        </pc:spChg>
        <pc:picChg chg="del">
          <ac:chgData name="Suraj Chopade" userId="S::suraj.chopade@bostoninstituteofanalytics.org::dcc44ee8-6a65-4538-a5e1-c87e14ca7a61" providerId="AD" clId="Web-{42544C3E-FB58-70A6-CC1F-8FE66E61D5EE}" dt="2023-10-09T09:33:08.575" v="144"/>
          <ac:picMkLst>
            <pc:docMk/>
            <pc:sldMk cId="3658381137" sldId="496"/>
            <ac:picMk id="6" creationId="{00000000-0000-0000-0000-000000000000}"/>
          </ac:picMkLst>
        </pc:picChg>
      </pc:sldChg>
      <pc:sldChg chg="addSp delSp modSp add replId">
        <pc:chgData name="Suraj Chopade" userId="S::suraj.chopade@bostoninstituteofanalytics.org::dcc44ee8-6a65-4538-a5e1-c87e14ca7a61" providerId="AD" clId="Web-{42544C3E-FB58-70A6-CC1F-8FE66E61D5EE}" dt="2023-10-09T09:31:56.792" v="129"/>
        <pc:sldMkLst>
          <pc:docMk/>
          <pc:sldMk cId="889843261" sldId="504"/>
        </pc:sldMkLst>
        <pc:spChg chg="mod">
          <ac:chgData name="Suraj Chopade" userId="S::suraj.chopade@bostoninstituteofanalytics.org::dcc44ee8-6a65-4538-a5e1-c87e14ca7a61" providerId="AD" clId="Web-{42544C3E-FB58-70A6-CC1F-8FE66E61D5EE}" dt="2023-10-09T09:25:07.951" v="75" actId="14100"/>
          <ac:spMkLst>
            <pc:docMk/>
            <pc:sldMk cId="889843261" sldId="504"/>
            <ac:spMk id="2" creationId="{F7761F45-99CF-5094-8BAE-64DDA34139B5}"/>
          </ac:spMkLst>
        </pc:spChg>
        <pc:spChg chg="mod">
          <ac:chgData name="Suraj Chopade" userId="S::suraj.chopade@bostoninstituteofanalytics.org::dcc44ee8-6a65-4538-a5e1-c87e14ca7a61" providerId="AD" clId="Web-{42544C3E-FB58-70A6-CC1F-8FE66E61D5EE}" dt="2023-10-09T09:22:31.431" v="29" actId="1076"/>
          <ac:spMkLst>
            <pc:docMk/>
            <pc:sldMk cId="889843261" sldId="504"/>
            <ac:spMk id="9" creationId="{2FDADD92-4E39-7713-520E-D88B1D53A255}"/>
          </ac:spMkLst>
        </pc:spChg>
        <pc:picChg chg="add mod modCrop">
          <ac:chgData name="Suraj Chopade" userId="S::suraj.chopade@bostoninstituteofanalytics.org::dcc44ee8-6a65-4538-a5e1-c87e14ca7a61" providerId="AD" clId="Web-{42544C3E-FB58-70A6-CC1F-8FE66E61D5EE}" dt="2023-10-09T09:26:53.454" v="84" actId="1076"/>
          <ac:picMkLst>
            <pc:docMk/>
            <pc:sldMk cId="889843261" sldId="504"/>
            <ac:picMk id="3" creationId="{58064BE5-9B1B-FD78-B2DA-EBBF92C4CBE9}"/>
          </ac:picMkLst>
        </pc:picChg>
        <pc:picChg chg="del">
          <ac:chgData name="Suraj Chopade" userId="S::suraj.chopade@bostoninstituteofanalytics.org::dcc44ee8-6a65-4538-a5e1-c87e14ca7a61" providerId="AD" clId="Web-{42544C3E-FB58-70A6-CC1F-8FE66E61D5EE}" dt="2023-10-09T09:22:33.337" v="30"/>
          <ac:picMkLst>
            <pc:docMk/>
            <pc:sldMk cId="889843261" sldId="504"/>
            <ac:picMk id="5" creationId="{40C7FF46-B97B-CF57-6999-DAA562307A0E}"/>
          </ac:picMkLst>
        </pc:picChg>
        <pc:picChg chg="del">
          <ac:chgData name="Suraj Chopade" userId="S::suraj.chopade@bostoninstituteofanalytics.org::dcc44ee8-6a65-4538-a5e1-c87e14ca7a61" providerId="AD" clId="Web-{42544C3E-FB58-70A6-CC1F-8FE66E61D5EE}" dt="2023-10-09T09:31:56.792" v="129"/>
          <ac:picMkLst>
            <pc:docMk/>
            <pc:sldMk cId="889843261" sldId="504"/>
            <ac:picMk id="6" creationId="{00000000-0000-0000-0000-000000000000}"/>
          </ac:picMkLst>
        </pc:picChg>
      </pc:sldChg>
      <pc:sldChg chg="addSp delSp modSp add replId">
        <pc:chgData name="Suraj Chopade" userId="S::suraj.chopade@bostoninstituteofanalytics.org::dcc44ee8-6a65-4538-a5e1-c87e14ca7a61" providerId="AD" clId="Web-{42544C3E-FB58-70A6-CC1F-8FE66E61D5EE}" dt="2023-10-09T09:57:50.684" v="150" actId="20577"/>
        <pc:sldMkLst>
          <pc:docMk/>
          <pc:sldMk cId="189096696" sldId="505"/>
        </pc:sldMkLst>
        <pc:spChg chg="mod">
          <ac:chgData name="Suraj Chopade" userId="S::suraj.chopade@bostoninstituteofanalytics.org::dcc44ee8-6a65-4538-a5e1-c87e14ca7a61" providerId="AD" clId="Web-{42544C3E-FB58-70A6-CC1F-8FE66E61D5EE}" dt="2023-10-09T09:57:50.684" v="150" actId="20577"/>
          <ac:spMkLst>
            <pc:docMk/>
            <pc:sldMk cId="189096696" sldId="505"/>
            <ac:spMk id="2" creationId="{F7761F45-99CF-5094-8BAE-64DDA34139B5}"/>
          </ac:spMkLst>
        </pc:spChg>
        <pc:spChg chg="mod">
          <ac:chgData name="Suraj Chopade" userId="S::suraj.chopade@bostoninstituteofanalytics.org::dcc44ee8-6a65-4538-a5e1-c87e14ca7a61" providerId="AD" clId="Web-{42544C3E-FB58-70A6-CC1F-8FE66E61D5EE}" dt="2023-10-09T09:27:14.314" v="93" actId="1076"/>
          <ac:spMkLst>
            <pc:docMk/>
            <pc:sldMk cId="189096696" sldId="505"/>
            <ac:spMk id="9" creationId="{2FDADD92-4E39-7713-520E-D88B1D53A255}"/>
          </ac:spMkLst>
        </pc:spChg>
        <pc:picChg chg="del">
          <ac:chgData name="Suraj Chopade" userId="S::suraj.chopade@bostoninstituteofanalytics.org::dcc44ee8-6a65-4538-a5e1-c87e14ca7a61" providerId="AD" clId="Web-{42544C3E-FB58-70A6-CC1F-8FE66E61D5EE}" dt="2023-10-09T09:27:42.362" v="94"/>
          <ac:picMkLst>
            <pc:docMk/>
            <pc:sldMk cId="189096696" sldId="505"/>
            <ac:picMk id="3" creationId="{58064BE5-9B1B-FD78-B2DA-EBBF92C4CBE9}"/>
          </ac:picMkLst>
        </pc:picChg>
        <pc:picChg chg="add mod modCrop">
          <ac:chgData name="Suraj Chopade" userId="S::suraj.chopade@bostoninstituteofanalytics.org::dcc44ee8-6a65-4538-a5e1-c87e14ca7a61" providerId="AD" clId="Web-{42544C3E-FB58-70A6-CC1F-8FE66E61D5EE}" dt="2023-10-09T09:33:35.842" v="148" actId="1076"/>
          <ac:picMkLst>
            <pc:docMk/>
            <pc:sldMk cId="189096696" sldId="505"/>
            <ac:picMk id="4" creationId="{0EA51E83-AB3F-39B7-2367-8A0833312A5B}"/>
          </ac:picMkLst>
        </pc:picChg>
        <pc:picChg chg="del mod">
          <ac:chgData name="Suraj Chopade" userId="S::suraj.chopade@bostoninstituteofanalytics.org::dcc44ee8-6a65-4538-a5e1-c87e14ca7a61" providerId="AD" clId="Web-{42544C3E-FB58-70A6-CC1F-8FE66E61D5EE}" dt="2023-10-09T09:31:36.651" v="125"/>
          <ac:picMkLst>
            <pc:docMk/>
            <pc:sldMk cId="189096696" sldId="505"/>
            <ac:picMk id="6" creationId="{00000000-0000-0000-0000-000000000000}"/>
          </ac:picMkLst>
        </pc:picChg>
      </pc:sldChg>
      <pc:sldChg chg="delSp modSp add replId">
        <pc:chgData name="Suraj Chopade" userId="S::suraj.chopade@bostoninstituteofanalytics.org::dcc44ee8-6a65-4538-a5e1-c87e14ca7a61" providerId="AD" clId="Web-{42544C3E-FB58-70A6-CC1F-8FE66E61D5EE}" dt="2023-10-09T09:59:35.343" v="189" actId="20577"/>
        <pc:sldMkLst>
          <pc:docMk/>
          <pc:sldMk cId="3932013374" sldId="506"/>
        </pc:sldMkLst>
        <pc:spChg chg="mod">
          <ac:chgData name="Suraj Chopade" userId="S::suraj.chopade@bostoninstituteofanalytics.org::dcc44ee8-6a65-4538-a5e1-c87e14ca7a61" providerId="AD" clId="Web-{42544C3E-FB58-70A6-CC1F-8FE66E61D5EE}" dt="2023-10-09T09:59:35.343" v="189" actId="20577"/>
          <ac:spMkLst>
            <pc:docMk/>
            <pc:sldMk cId="3932013374" sldId="506"/>
            <ac:spMk id="2" creationId="{F7761F45-99CF-5094-8BAE-64DDA34139B5}"/>
          </ac:spMkLst>
        </pc:spChg>
        <pc:picChg chg="del">
          <ac:chgData name="Suraj Chopade" userId="S::suraj.chopade@bostoninstituteofanalytics.org::dcc44ee8-6a65-4538-a5e1-c87e14ca7a61" providerId="AD" clId="Web-{42544C3E-FB58-70A6-CC1F-8FE66E61D5EE}" dt="2023-10-09T09:57:57.340" v="152"/>
          <ac:picMkLst>
            <pc:docMk/>
            <pc:sldMk cId="3932013374" sldId="506"/>
            <ac:picMk id="4" creationId="{0EA51E83-AB3F-39B7-2367-8A0833312A5B}"/>
          </ac:picMkLst>
        </pc:picChg>
      </pc:sldChg>
      <pc:sldChg chg="modSp add replId">
        <pc:chgData name="Suraj Chopade" userId="S::suraj.chopade@bostoninstituteofanalytics.org::dcc44ee8-6a65-4538-a5e1-c87e14ca7a61" providerId="AD" clId="Web-{42544C3E-FB58-70A6-CC1F-8FE66E61D5EE}" dt="2023-10-09T09:59:59.672" v="200" actId="20577"/>
        <pc:sldMkLst>
          <pc:docMk/>
          <pc:sldMk cId="4290452773" sldId="507"/>
        </pc:sldMkLst>
        <pc:spChg chg="mod">
          <ac:chgData name="Suraj Chopade" userId="S::suraj.chopade@bostoninstituteofanalytics.org::dcc44ee8-6a65-4538-a5e1-c87e14ca7a61" providerId="AD" clId="Web-{42544C3E-FB58-70A6-CC1F-8FE66E61D5EE}" dt="2023-10-09T09:59:59.672" v="200" actId="20577"/>
          <ac:spMkLst>
            <pc:docMk/>
            <pc:sldMk cId="4290452773" sldId="507"/>
            <ac:spMk id="2" creationId="{F7761F45-99CF-5094-8BAE-64DDA34139B5}"/>
          </ac:spMkLst>
        </pc:spChg>
      </pc:sldChg>
      <pc:sldChg chg="modSp add replId">
        <pc:chgData name="Suraj Chopade" userId="S::suraj.chopade@bostoninstituteofanalytics.org::dcc44ee8-6a65-4538-a5e1-c87e14ca7a61" providerId="AD" clId="Web-{42544C3E-FB58-70A6-CC1F-8FE66E61D5EE}" dt="2023-10-09T10:14:35.840" v="334" actId="1076"/>
        <pc:sldMkLst>
          <pc:docMk/>
          <pc:sldMk cId="39558220" sldId="508"/>
        </pc:sldMkLst>
        <pc:spChg chg="mod">
          <ac:chgData name="Suraj Chopade" userId="S::suraj.chopade@bostoninstituteofanalytics.org::dcc44ee8-6a65-4538-a5e1-c87e14ca7a61" providerId="AD" clId="Web-{42544C3E-FB58-70A6-CC1F-8FE66E61D5EE}" dt="2023-10-09T10:14:35.840" v="334" actId="1076"/>
          <ac:spMkLst>
            <pc:docMk/>
            <pc:sldMk cId="39558220" sldId="508"/>
            <ac:spMk id="2" creationId="{F7761F45-99CF-5094-8BAE-64DDA34139B5}"/>
          </ac:spMkLst>
        </pc:spChg>
        <pc:spChg chg="mod">
          <ac:chgData name="Suraj Chopade" userId="S::suraj.chopade@bostoninstituteofanalytics.org::dcc44ee8-6a65-4538-a5e1-c87e14ca7a61" providerId="AD" clId="Web-{42544C3E-FB58-70A6-CC1F-8FE66E61D5EE}" dt="2023-10-09T10:08:29.656" v="210" actId="20577"/>
          <ac:spMkLst>
            <pc:docMk/>
            <pc:sldMk cId="39558220" sldId="508"/>
            <ac:spMk id="9" creationId="{2FDADD92-4E39-7713-520E-D88B1D53A255}"/>
          </ac:spMkLst>
        </pc:spChg>
      </pc:sldChg>
      <pc:sldChg chg="delSp modSp add replId">
        <pc:chgData name="Suraj Chopade" userId="S::suraj.chopade@bostoninstituteofanalytics.org::dcc44ee8-6a65-4538-a5e1-c87e14ca7a61" providerId="AD" clId="Web-{42544C3E-FB58-70A6-CC1F-8FE66E61D5EE}" dt="2023-10-09T10:14:51.106" v="336" actId="20577"/>
        <pc:sldMkLst>
          <pc:docMk/>
          <pc:sldMk cId="4287738320" sldId="509"/>
        </pc:sldMkLst>
        <pc:spChg chg="del">
          <ac:chgData name="Suraj Chopade" userId="S::suraj.chopade@bostoninstituteofanalytics.org::dcc44ee8-6a65-4538-a5e1-c87e14ca7a61" providerId="AD" clId="Web-{42544C3E-FB58-70A6-CC1F-8FE66E61D5EE}" dt="2023-10-09T10:10:44.786" v="263"/>
          <ac:spMkLst>
            <pc:docMk/>
            <pc:sldMk cId="4287738320" sldId="509"/>
            <ac:spMk id="2" creationId="{F7761F45-99CF-5094-8BAE-64DDA34139B5}"/>
          </ac:spMkLst>
        </pc:spChg>
        <pc:spChg chg="mod">
          <ac:chgData name="Suraj Chopade" userId="S::suraj.chopade@bostoninstituteofanalytics.org::dcc44ee8-6a65-4538-a5e1-c87e14ca7a61" providerId="AD" clId="Web-{42544C3E-FB58-70A6-CC1F-8FE66E61D5EE}" dt="2023-10-09T10:14:51.106" v="336" actId="20577"/>
          <ac:spMkLst>
            <pc:docMk/>
            <pc:sldMk cId="4287738320" sldId="509"/>
            <ac:spMk id="8" creationId="{437EBE6B-C5A9-D984-0471-B2A5155127E8}"/>
          </ac:spMkLst>
        </pc:spChg>
        <pc:spChg chg="mod">
          <ac:chgData name="Suraj Chopade" userId="S::suraj.chopade@bostoninstituteofanalytics.org::dcc44ee8-6a65-4538-a5e1-c87e14ca7a61" providerId="AD" clId="Web-{42544C3E-FB58-70A6-CC1F-8FE66E61D5EE}" dt="2023-10-09T10:14:12.714" v="329" actId="1076"/>
          <ac:spMkLst>
            <pc:docMk/>
            <pc:sldMk cId="4287738320" sldId="509"/>
            <ac:spMk id="9" creationId="{2FDADD92-4E39-7713-520E-D88B1D53A255}"/>
          </ac:spMkLst>
        </pc:spChg>
        <pc:picChg chg="del">
          <ac:chgData name="Suraj Chopade" userId="S::suraj.chopade@bostoninstituteofanalytics.org::dcc44ee8-6a65-4538-a5e1-c87e14ca7a61" providerId="AD" clId="Web-{42544C3E-FB58-70A6-CC1F-8FE66E61D5EE}" dt="2023-10-09T10:09:30.830" v="233"/>
          <ac:picMkLst>
            <pc:docMk/>
            <pc:sldMk cId="4287738320" sldId="509"/>
            <ac:picMk id="7" creationId="{2D87856E-140B-00DD-1CDC-0ED8280D91AD}"/>
          </ac:picMkLst>
        </pc:picChg>
      </pc:sldChg>
    </pc:docChg>
  </pc:docChgLst>
  <pc:docChgLst>
    <pc:chgData name="Simon Nadar" userId="S::simon.nadar@bostoninstituteofanalytics.org::7d0d1391-f149-47d8-8b74-c01bfea21e5e" providerId="AD" clId="Web-{6D0CFF0C-0557-EBBE-1FF3-E4F738B43CCF}"/>
    <pc:docChg chg="modSld">
      <pc:chgData name="Simon Nadar" userId="S::simon.nadar@bostoninstituteofanalytics.org::7d0d1391-f149-47d8-8b74-c01bfea21e5e" providerId="AD" clId="Web-{6D0CFF0C-0557-EBBE-1FF3-E4F738B43CCF}" dt="2025-01-10T08:47:23.009" v="32" actId="1076"/>
      <pc:docMkLst>
        <pc:docMk/>
      </pc:docMkLst>
      <pc:sldChg chg="modSp">
        <pc:chgData name="Simon Nadar" userId="S::simon.nadar@bostoninstituteofanalytics.org::7d0d1391-f149-47d8-8b74-c01bfea21e5e" providerId="AD" clId="Web-{6D0CFF0C-0557-EBBE-1FF3-E4F738B43CCF}" dt="2025-01-10T08:47:23.009" v="32" actId="1076"/>
        <pc:sldMkLst>
          <pc:docMk/>
          <pc:sldMk cId="3582198988" sldId="485"/>
        </pc:sldMkLst>
        <pc:spChg chg="mod">
          <ac:chgData name="Simon Nadar" userId="S::simon.nadar@bostoninstituteofanalytics.org::7d0d1391-f149-47d8-8b74-c01bfea21e5e" providerId="AD" clId="Web-{6D0CFF0C-0557-EBBE-1FF3-E4F738B43CCF}" dt="2025-01-10T08:47:23.009" v="32" actId="1076"/>
          <ac:spMkLst>
            <pc:docMk/>
            <pc:sldMk cId="3582198988" sldId="485"/>
            <ac:spMk id="9" creationId="{2FDADD92-4E39-7713-520E-D88B1D53A255}"/>
          </ac:spMkLst>
        </pc:spChg>
        <pc:graphicFrameChg chg="mod modGraphic">
          <ac:chgData name="Simon Nadar" userId="S::simon.nadar@bostoninstituteofanalytics.org::7d0d1391-f149-47d8-8b74-c01bfea21e5e" providerId="AD" clId="Web-{6D0CFF0C-0557-EBBE-1FF3-E4F738B43CCF}" dt="2025-01-10T08:47:18.025" v="31" actId="1076"/>
          <ac:graphicFrameMkLst>
            <pc:docMk/>
            <pc:sldMk cId="3582198988" sldId="485"/>
            <ac:graphicFrameMk id="7" creationId="{FBF120AC-CEA3-E6FB-1F60-5853288C1B5C}"/>
          </ac:graphicFrameMkLst>
        </pc:graphicFrameChg>
      </pc:sldChg>
    </pc:docChg>
  </pc:docChgLst>
  <pc:docChgLst>
    <pc:chgData name="Suraj Chopade" userId="S::suraj.chopade@bostoninstituteofanalytics.org::dcc44ee8-6a65-4538-a5e1-c87e14ca7a61" providerId="AD" clId="Web-{6C10DBF1-E01B-70F2-C362-AB92AB362718}"/>
    <pc:docChg chg="addSld delSld modSld sldOrd">
      <pc:chgData name="Suraj Chopade" userId="S::suraj.chopade@bostoninstituteofanalytics.org::dcc44ee8-6a65-4538-a5e1-c87e14ca7a61" providerId="AD" clId="Web-{6C10DBF1-E01B-70F2-C362-AB92AB362718}" dt="2023-10-05T12:01:09.013" v="1263" actId="1076"/>
      <pc:docMkLst>
        <pc:docMk/>
      </pc:docMkLst>
      <pc:sldChg chg="modSp">
        <pc:chgData name="Suraj Chopade" userId="S::suraj.chopade@bostoninstituteofanalytics.org::dcc44ee8-6a65-4538-a5e1-c87e14ca7a61" providerId="AD" clId="Web-{6C10DBF1-E01B-70F2-C362-AB92AB362718}" dt="2023-10-05T11:04:50.552" v="424" actId="20577"/>
        <pc:sldMkLst>
          <pc:docMk/>
          <pc:sldMk cId="4235558439" sldId="287"/>
        </pc:sldMkLst>
        <pc:spChg chg="mod">
          <ac:chgData name="Suraj Chopade" userId="S::suraj.chopade@bostoninstituteofanalytics.org::dcc44ee8-6a65-4538-a5e1-c87e14ca7a61" providerId="AD" clId="Web-{6C10DBF1-E01B-70F2-C362-AB92AB362718}" dt="2023-10-05T11:04:50.552" v="424" actId="20577"/>
          <ac:spMkLst>
            <pc:docMk/>
            <pc:sldMk cId="4235558439" sldId="287"/>
            <ac:spMk id="3" creationId="{5FAF0B8B-2FA0-7D88-B529-85CF2FDB866C}"/>
          </ac:spMkLst>
        </pc:spChg>
        <pc:spChg chg="mod">
          <ac:chgData name="Suraj Chopade" userId="S::suraj.chopade@bostoninstituteofanalytics.org::dcc44ee8-6a65-4538-a5e1-c87e14ca7a61" providerId="AD" clId="Web-{6C10DBF1-E01B-70F2-C362-AB92AB362718}" dt="2023-10-05T10:36:37.587" v="125" actId="20577"/>
          <ac:spMkLst>
            <pc:docMk/>
            <pc:sldMk cId="4235558439" sldId="287"/>
            <ac:spMk id="9" creationId="{2FDADD92-4E39-7713-520E-D88B1D53A255}"/>
          </ac:spMkLst>
        </pc:spChg>
      </pc:sldChg>
      <pc:sldChg chg="delSp modSp">
        <pc:chgData name="Suraj Chopade" userId="S::suraj.chopade@bostoninstituteofanalytics.org::dcc44ee8-6a65-4538-a5e1-c87e14ca7a61" providerId="AD" clId="Web-{6C10DBF1-E01B-70F2-C362-AB92AB362718}" dt="2023-10-05T10:40:24.376" v="155" actId="14100"/>
        <pc:sldMkLst>
          <pc:docMk/>
          <pc:sldMk cId="1726830" sldId="314"/>
        </pc:sldMkLst>
        <pc:spChg chg="mod">
          <ac:chgData name="Suraj Chopade" userId="S::suraj.chopade@bostoninstituteofanalytics.org::dcc44ee8-6a65-4538-a5e1-c87e14ca7a61" providerId="AD" clId="Web-{6C10DBF1-E01B-70F2-C362-AB92AB362718}" dt="2023-10-05T10:40:07.422" v="149" actId="1076"/>
          <ac:spMkLst>
            <pc:docMk/>
            <pc:sldMk cId="1726830" sldId="314"/>
            <ac:spMk id="2" creationId="{F7761F45-99CF-5094-8BAE-64DDA34139B5}"/>
          </ac:spMkLst>
        </pc:spChg>
        <pc:spChg chg="mod">
          <ac:chgData name="Suraj Chopade" userId="S::suraj.chopade@bostoninstituteofanalytics.org::dcc44ee8-6a65-4538-a5e1-c87e14ca7a61" providerId="AD" clId="Web-{6C10DBF1-E01B-70F2-C362-AB92AB362718}" dt="2023-10-05T10:40:24.376" v="155" actId="14100"/>
          <ac:spMkLst>
            <pc:docMk/>
            <pc:sldMk cId="1726830" sldId="314"/>
            <ac:spMk id="9" creationId="{2FDADD92-4E39-7713-520E-D88B1D53A255}"/>
          </ac:spMkLst>
        </pc:spChg>
        <pc:picChg chg="del">
          <ac:chgData name="Suraj Chopade" userId="S::suraj.chopade@bostoninstituteofanalytics.org::dcc44ee8-6a65-4538-a5e1-c87e14ca7a61" providerId="AD" clId="Web-{6C10DBF1-E01B-70F2-C362-AB92AB362718}" dt="2023-10-05T10:39:33.265" v="137"/>
          <ac:picMkLst>
            <pc:docMk/>
            <pc:sldMk cId="1726830" sldId="314"/>
            <ac:picMk id="3" creationId="{A72BC3AD-E280-FE3B-7BCF-AAB945570761}"/>
          </ac:picMkLst>
        </pc:picChg>
      </pc:sldChg>
      <pc:sldChg chg="del">
        <pc:chgData name="Suraj Chopade" userId="S::suraj.chopade@bostoninstituteofanalytics.org::dcc44ee8-6a65-4538-a5e1-c87e14ca7a61" providerId="AD" clId="Web-{6C10DBF1-E01B-70F2-C362-AB92AB362718}" dt="2023-10-05T11:53:24.481" v="1125"/>
        <pc:sldMkLst>
          <pc:docMk/>
          <pc:sldMk cId="4253125332" sldId="316"/>
        </pc:sldMkLst>
      </pc:sldChg>
      <pc:sldChg chg="del">
        <pc:chgData name="Suraj Chopade" userId="S::suraj.chopade@bostoninstituteofanalytics.org::dcc44ee8-6a65-4538-a5e1-c87e14ca7a61" providerId="AD" clId="Web-{6C10DBF1-E01B-70F2-C362-AB92AB362718}" dt="2023-10-05T11:53:24.466" v="1124"/>
        <pc:sldMkLst>
          <pc:docMk/>
          <pc:sldMk cId="693713431" sldId="332"/>
        </pc:sldMkLst>
      </pc:sldChg>
      <pc:sldChg chg="del">
        <pc:chgData name="Suraj Chopade" userId="S::suraj.chopade@bostoninstituteofanalytics.org::dcc44ee8-6a65-4538-a5e1-c87e14ca7a61" providerId="AD" clId="Web-{6C10DBF1-E01B-70F2-C362-AB92AB362718}" dt="2023-10-05T11:29:15.650" v="679"/>
        <pc:sldMkLst>
          <pc:docMk/>
          <pc:sldMk cId="4254827648" sldId="333"/>
        </pc:sldMkLst>
      </pc:sldChg>
      <pc:sldChg chg="delSp modSp">
        <pc:chgData name="Suraj Chopade" userId="S::suraj.chopade@bostoninstituteofanalytics.org::dcc44ee8-6a65-4538-a5e1-c87e14ca7a61" providerId="AD" clId="Web-{6C10DBF1-E01B-70F2-C362-AB92AB362718}" dt="2023-10-05T10:43:54.680" v="190" actId="1076"/>
        <pc:sldMkLst>
          <pc:docMk/>
          <pc:sldMk cId="3709622772" sldId="342"/>
        </pc:sldMkLst>
        <pc:spChg chg="mod">
          <ac:chgData name="Suraj Chopade" userId="S::suraj.chopade@bostoninstituteofanalytics.org::dcc44ee8-6a65-4538-a5e1-c87e14ca7a61" providerId="AD" clId="Web-{6C10DBF1-E01B-70F2-C362-AB92AB362718}" dt="2023-10-05T10:43:54.680" v="190" actId="1076"/>
          <ac:spMkLst>
            <pc:docMk/>
            <pc:sldMk cId="3709622772" sldId="342"/>
            <ac:spMk id="2" creationId="{F7761F45-99CF-5094-8BAE-64DDA34139B5}"/>
          </ac:spMkLst>
        </pc:spChg>
        <pc:spChg chg="mod">
          <ac:chgData name="Suraj Chopade" userId="S::suraj.chopade@bostoninstituteofanalytics.org::dcc44ee8-6a65-4538-a5e1-c87e14ca7a61" providerId="AD" clId="Web-{6C10DBF1-E01B-70F2-C362-AB92AB362718}" dt="2023-10-05T10:43:46.071" v="189" actId="1076"/>
          <ac:spMkLst>
            <pc:docMk/>
            <pc:sldMk cId="3709622772" sldId="342"/>
            <ac:spMk id="9" creationId="{2FDADD92-4E39-7713-520E-D88B1D53A255}"/>
          </ac:spMkLst>
        </pc:spChg>
        <pc:picChg chg="del">
          <ac:chgData name="Suraj Chopade" userId="S::suraj.chopade@bostoninstituteofanalytics.org::dcc44ee8-6a65-4538-a5e1-c87e14ca7a61" providerId="AD" clId="Web-{6C10DBF1-E01B-70F2-C362-AB92AB362718}" dt="2023-10-05T10:42:42.162" v="170"/>
          <ac:picMkLst>
            <pc:docMk/>
            <pc:sldMk cId="3709622772" sldId="342"/>
            <ac:picMk id="4" creationId="{3D9DFF31-940B-B7E4-0D73-1911D551E929}"/>
          </ac:picMkLst>
        </pc:picChg>
      </pc:sldChg>
      <pc:sldChg chg="addSp delSp modSp">
        <pc:chgData name="Suraj Chopade" userId="S::suraj.chopade@bostoninstituteofanalytics.org::dcc44ee8-6a65-4538-a5e1-c87e14ca7a61" providerId="AD" clId="Web-{6C10DBF1-E01B-70F2-C362-AB92AB362718}" dt="2023-10-05T11:28:47.289" v="669" actId="1076"/>
        <pc:sldMkLst>
          <pc:docMk/>
          <pc:sldMk cId="998055449" sldId="343"/>
        </pc:sldMkLst>
        <pc:spChg chg="del">
          <ac:chgData name="Suraj Chopade" userId="S::suraj.chopade@bostoninstituteofanalytics.org::dcc44ee8-6a65-4538-a5e1-c87e14ca7a61" providerId="AD" clId="Web-{6C10DBF1-E01B-70F2-C362-AB92AB362718}" dt="2023-10-05T11:25:43.892" v="626"/>
          <ac:spMkLst>
            <pc:docMk/>
            <pc:sldMk cId="998055449" sldId="343"/>
            <ac:spMk id="2" creationId="{F7761F45-99CF-5094-8BAE-64DDA34139B5}"/>
          </ac:spMkLst>
        </pc:spChg>
        <pc:spChg chg="mod">
          <ac:chgData name="Suraj Chopade" userId="S::suraj.chopade@bostoninstituteofanalytics.org::dcc44ee8-6a65-4538-a5e1-c87e14ca7a61" providerId="AD" clId="Web-{6C10DBF1-E01B-70F2-C362-AB92AB362718}" dt="2023-10-05T11:28:47.289" v="669" actId="1076"/>
          <ac:spMkLst>
            <pc:docMk/>
            <pc:sldMk cId="998055449" sldId="343"/>
            <ac:spMk id="9" creationId="{2FDADD92-4E39-7713-520E-D88B1D53A255}"/>
          </ac:spMkLst>
        </pc:spChg>
        <pc:graphicFrameChg chg="add mod modGraphic">
          <ac:chgData name="Suraj Chopade" userId="S::suraj.chopade@bostoninstituteofanalytics.org::dcc44ee8-6a65-4538-a5e1-c87e14ca7a61" providerId="AD" clId="Web-{6C10DBF1-E01B-70F2-C362-AB92AB362718}" dt="2023-10-05T11:27:19.677" v="648"/>
          <ac:graphicFrameMkLst>
            <pc:docMk/>
            <pc:sldMk cId="998055449" sldId="343"/>
            <ac:graphicFrameMk id="4" creationId="{86ABE871-821B-2387-C14B-0483D7BD4BB7}"/>
          </ac:graphicFrameMkLst>
        </pc:graphicFrameChg>
      </pc:sldChg>
      <pc:sldChg chg="del">
        <pc:chgData name="Suraj Chopade" userId="S::suraj.chopade@bostoninstituteofanalytics.org::dcc44ee8-6a65-4538-a5e1-c87e14ca7a61" providerId="AD" clId="Web-{6C10DBF1-E01B-70F2-C362-AB92AB362718}" dt="2023-10-05T11:53:24.497" v="1135"/>
        <pc:sldMkLst>
          <pc:docMk/>
          <pc:sldMk cId="3211538988" sldId="344"/>
        </pc:sldMkLst>
      </pc:sldChg>
      <pc:sldChg chg="del">
        <pc:chgData name="Suraj Chopade" userId="S::suraj.chopade@bostoninstituteofanalytics.org::dcc44ee8-6a65-4538-a5e1-c87e14ca7a61" providerId="AD" clId="Web-{6C10DBF1-E01B-70F2-C362-AB92AB362718}" dt="2023-10-05T11:53:24.497" v="1134"/>
        <pc:sldMkLst>
          <pc:docMk/>
          <pc:sldMk cId="1589054290" sldId="345"/>
        </pc:sldMkLst>
      </pc:sldChg>
      <pc:sldChg chg="del">
        <pc:chgData name="Suraj Chopade" userId="S::suraj.chopade@bostoninstituteofanalytics.org::dcc44ee8-6a65-4538-a5e1-c87e14ca7a61" providerId="AD" clId="Web-{6C10DBF1-E01B-70F2-C362-AB92AB362718}" dt="2023-10-05T11:53:24.497" v="1133"/>
        <pc:sldMkLst>
          <pc:docMk/>
          <pc:sldMk cId="2822367668" sldId="346"/>
        </pc:sldMkLst>
      </pc:sldChg>
      <pc:sldChg chg="del">
        <pc:chgData name="Suraj Chopade" userId="S::suraj.chopade@bostoninstituteofanalytics.org::dcc44ee8-6a65-4538-a5e1-c87e14ca7a61" providerId="AD" clId="Web-{6C10DBF1-E01B-70F2-C362-AB92AB362718}" dt="2023-10-05T11:53:24.481" v="1132"/>
        <pc:sldMkLst>
          <pc:docMk/>
          <pc:sldMk cId="2851047092" sldId="347"/>
        </pc:sldMkLst>
      </pc:sldChg>
      <pc:sldChg chg="del">
        <pc:chgData name="Suraj Chopade" userId="S::suraj.chopade@bostoninstituteofanalytics.org::dcc44ee8-6a65-4538-a5e1-c87e14ca7a61" providerId="AD" clId="Web-{6C10DBF1-E01B-70F2-C362-AB92AB362718}" dt="2023-10-05T11:53:24.481" v="1131"/>
        <pc:sldMkLst>
          <pc:docMk/>
          <pc:sldMk cId="2195828354" sldId="348"/>
        </pc:sldMkLst>
      </pc:sldChg>
      <pc:sldChg chg="del">
        <pc:chgData name="Suraj Chopade" userId="S::suraj.chopade@bostoninstituteofanalytics.org::dcc44ee8-6a65-4538-a5e1-c87e14ca7a61" providerId="AD" clId="Web-{6C10DBF1-E01B-70F2-C362-AB92AB362718}" dt="2023-10-05T11:53:24.481" v="1130"/>
        <pc:sldMkLst>
          <pc:docMk/>
          <pc:sldMk cId="2280237744" sldId="349"/>
        </pc:sldMkLst>
      </pc:sldChg>
      <pc:sldChg chg="del">
        <pc:chgData name="Suraj Chopade" userId="S::suraj.chopade@bostoninstituteofanalytics.org::dcc44ee8-6a65-4538-a5e1-c87e14ca7a61" providerId="AD" clId="Web-{6C10DBF1-E01B-70F2-C362-AB92AB362718}" dt="2023-10-05T11:53:24.481" v="1129"/>
        <pc:sldMkLst>
          <pc:docMk/>
          <pc:sldMk cId="1145284372" sldId="350"/>
        </pc:sldMkLst>
      </pc:sldChg>
      <pc:sldChg chg="del">
        <pc:chgData name="Suraj Chopade" userId="S::suraj.chopade@bostoninstituteofanalytics.org::dcc44ee8-6a65-4538-a5e1-c87e14ca7a61" providerId="AD" clId="Web-{6C10DBF1-E01B-70F2-C362-AB92AB362718}" dt="2023-10-05T11:53:24.481" v="1128"/>
        <pc:sldMkLst>
          <pc:docMk/>
          <pc:sldMk cId="3488034501" sldId="351"/>
        </pc:sldMkLst>
      </pc:sldChg>
      <pc:sldChg chg="del">
        <pc:chgData name="Suraj Chopade" userId="S::suraj.chopade@bostoninstituteofanalytics.org::dcc44ee8-6a65-4538-a5e1-c87e14ca7a61" providerId="AD" clId="Web-{6C10DBF1-E01B-70F2-C362-AB92AB362718}" dt="2023-10-05T11:53:24.481" v="1127"/>
        <pc:sldMkLst>
          <pc:docMk/>
          <pc:sldMk cId="3822785467" sldId="352"/>
        </pc:sldMkLst>
      </pc:sldChg>
      <pc:sldChg chg="del">
        <pc:chgData name="Suraj Chopade" userId="S::suraj.chopade@bostoninstituteofanalytics.org::dcc44ee8-6a65-4538-a5e1-c87e14ca7a61" providerId="AD" clId="Web-{6C10DBF1-E01B-70F2-C362-AB92AB362718}" dt="2023-10-05T11:53:24.481" v="1126"/>
        <pc:sldMkLst>
          <pc:docMk/>
          <pc:sldMk cId="2383408920" sldId="353"/>
        </pc:sldMkLst>
      </pc:sldChg>
      <pc:sldChg chg="del">
        <pc:chgData name="Suraj Chopade" userId="S::suraj.chopade@bostoninstituteofanalytics.org::dcc44ee8-6a65-4538-a5e1-c87e14ca7a61" providerId="AD" clId="Web-{6C10DBF1-E01B-70F2-C362-AB92AB362718}" dt="2023-10-05T11:53:24.466" v="1123"/>
        <pc:sldMkLst>
          <pc:docMk/>
          <pc:sldMk cId="1637956367" sldId="354"/>
        </pc:sldMkLst>
      </pc:sldChg>
      <pc:sldChg chg="del">
        <pc:chgData name="Suraj Chopade" userId="S::suraj.chopade@bostoninstituteofanalytics.org::dcc44ee8-6a65-4538-a5e1-c87e14ca7a61" providerId="AD" clId="Web-{6C10DBF1-E01B-70F2-C362-AB92AB362718}" dt="2023-10-05T11:29:15.650" v="681"/>
        <pc:sldMkLst>
          <pc:docMk/>
          <pc:sldMk cId="543563370" sldId="355"/>
        </pc:sldMkLst>
      </pc:sldChg>
      <pc:sldChg chg="del">
        <pc:chgData name="Suraj Chopade" userId="S::suraj.chopade@bostoninstituteofanalytics.org::dcc44ee8-6a65-4538-a5e1-c87e14ca7a61" providerId="AD" clId="Web-{6C10DBF1-E01B-70F2-C362-AB92AB362718}" dt="2023-10-05T11:29:15.650" v="680"/>
        <pc:sldMkLst>
          <pc:docMk/>
          <pc:sldMk cId="3509703634" sldId="356"/>
        </pc:sldMkLst>
      </pc:sldChg>
      <pc:sldChg chg="del">
        <pc:chgData name="Suraj Chopade" userId="S::suraj.chopade@bostoninstituteofanalytics.org::dcc44ee8-6a65-4538-a5e1-c87e14ca7a61" providerId="AD" clId="Web-{6C10DBF1-E01B-70F2-C362-AB92AB362718}" dt="2023-10-05T11:29:15.650" v="678"/>
        <pc:sldMkLst>
          <pc:docMk/>
          <pc:sldMk cId="3979241048" sldId="357"/>
        </pc:sldMkLst>
      </pc:sldChg>
      <pc:sldChg chg="del">
        <pc:chgData name="Suraj Chopade" userId="S::suraj.chopade@bostoninstituteofanalytics.org::dcc44ee8-6a65-4538-a5e1-c87e14ca7a61" providerId="AD" clId="Web-{6C10DBF1-E01B-70F2-C362-AB92AB362718}" dt="2023-10-05T11:29:15.650" v="677"/>
        <pc:sldMkLst>
          <pc:docMk/>
          <pc:sldMk cId="1574886388" sldId="358"/>
        </pc:sldMkLst>
      </pc:sldChg>
      <pc:sldChg chg="del">
        <pc:chgData name="Suraj Chopade" userId="S::suraj.chopade@bostoninstituteofanalytics.org::dcc44ee8-6a65-4538-a5e1-c87e14ca7a61" providerId="AD" clId="Web-{6C10DBF1-E01B-70F2-C362-AB92AB362718}" dt="2023-10-05T11:29:15.650" v="676"/>
        <pc:sldMkLst>
          <pc:docMk/>
          <pc:sldMk cId="3275230534" sldId="359"/>
        </pc:sldMkLst>
      </pc:sldChg>
      <pc:sldChg chg="del">
        <pc:chgData name="Suraj Chopade" userId="S::suraj.chopade@bostoninstituteofanalytics.org::dcc44ee8-6a65-4538-a5e1-c87e14ca7a61" providerId="AD" clId="Web-{6C10DBF1-E01B-70F2-C362-AB92AB362718}" dt="2023-10-05T11:29:15.650" v="675"/>
        <pc:sldMkLst>
          <pc:docMk/>
          <pc:sldMk cId="3209345293" sldId="360"/>
        </pc:sldMkLst>
      </pc:sldChg>
      <pc:sldChg chg="del">
        <pc:chgData name="Suraj Chopade" userId="S::suraj.chopade@bostoninstituteofanalytics.org::dcc44ee8-6a65-4538-a5e1-c87e14ca7a61" providerId="AD" clId="Web-{6C10DBF1-E01B-70F2-C362-AB92AB362718}" dt="2023-10-05T11:29:15.634" v="674"/>
        <pc:sldMkLst>
          <pc:docMk/>
          <pc:sldMk cId="3052401839" sldId="361"/>
        </pc:sldMkLst>
      </pc:sldChg>
      <pc:sldChg chg="del">
        <pc:chgData name="Suraj Chopade" userId="S::suraj.chopade@bostoninstituteofanalytics.org::dcc44ee8-6a65-4538-a5e1-c87e14ca7a61" providerId="AD" clId="Web-{6C10DBF1-E01B-70F2-C362-AB92AB362718}" dt="2023-10-05T11:29:15.634" v="673"/>
        <pc:sldMkLst>
          <pc:docMk/>
          <pc:sldMk cId="1604005518" sldId="362"/>
        </pc:sldMkLst>
      </pc:sldChg>
      <pc:sldChg chg="del">
        <pc:chgData name="Suraj Chopade" userId="S::suraj.chopade@bostoninstituteofanalytics.org::dcc44ee8-6a65-4538-a5e1-c87e14ca7a61" providerId="AD" clId="Web-{6C10DBF1-E01B-70F2-C362-AB92AB362718}" dt="2023-10-05T11:29:15.634" v="672"/>
        <pc:sldMkLst>
          <pc:docMk/>
          <pc:sldMk cId="246319354" sldId="363"/>
        </pc:sldMkLst>
      </pc:sldChg>
      <pc:sldChg chg="del">
        <pc:chgData name="Suraj Chopade" userId="S::suraj.chopade@bostoninstituteofanalytics.org::dcc44ee8-6a65-4538-a5e1-c87e14ca7a61" providerId="AD" clId="Web-{6C10DBF1-E01B-70F2-C362-AB92AB362718}" dt="2023-10-05T11:29:15.634" v="670"/>
        <pc:sldMkLst>
          <pc:docMk/>
          <pc:sldMk cId="39136322" sldId="364"/>
        </pc:sldMkLst>
      </pc:sldChg>
      <pc:sldChg chg="del">
        <pc:chgData name="Suraj Chopade" userId="S::suraj.chopade@bostoninstituteofanalytics.org::dcc44ee8-6a65-4538-a5e1-c87e14ca7a61" providerId="AD" clId="Web-{6C10DBF1-E01B-70F2-C362-AB92AB362718}" dt="2023-10-05T11:29:15.634" v="671"/>
        <pc:sldMkLst>
          <pc:docMk/>
          <pc:sldMk cId="189908799" sldId="365"/>
        </pc:sldMkLst>
      </pc:sldChg>
      <pc:sldChg chg="add">
        <pc:chgData name="Suraj Chopade" userId="S::suraj.chopade@bostoninstituteofanalytics.org::dcc44ee8-6a65-4538-a5e1-c87e14ca7a61" providerId="AD" clId="Web-{6C10DBF1-E01B-70F2-C362-AB92AB362718}" dt="2023-10-05T10:30:34.293" v="31"/>
        <pc:sldMkLst>
          <pc:docMk/>
          <pc:sldMk cId="3428756411" sldId="366"/>
        </pc:sldMkLst>
      </pc:sldChg>
      <pc:sldChg chg="addSp delSp modSp add">
        <pc:chgData name="Suraj Chopade" userId="S::suraj.chopade@bostoninstituteofanalytics.org::dcc44ee8-6a65-4538-a5e1-c87e14ca7a61" providerId="AD" clId="Web-{6C10DBF1-E01B-70F2-C362-AB92AB362718}" dt="2023-10-05T10:36:20.336" v="120"/>
        <pc:sldMkLst>
          <pc:docMk/>
          <pc:sldMk cId="4006553666" sldId="367"/>
        </pc:sldMkLst>
        <pc:spChg chg="mod">
          <ac:chgData name="Suraj Chopade" userId="S::suraj.chopade@bostoninstituteofanalytics.org::dcc44ee8-6a65-4538-a5e1-c87e14ca7a61" providerId="AD" clId="Web-{6C10DBF1-E01B-70F2-C362-AB92AB362718}" dt="2023-10-05T10:31:03.091" v="38" actId="14100"/>
          <ac:spMkLst>
            <pc:docMk/>
            <pc:sldMk cId="4006553666" sldId="367"/>
            <ac:spMk id="9" creationId="{2FDADD92-4E39-7713-520E-D88B1D53A255}"/>
          </ac:spMkLst>
        </pc:spChg>
        <pc:graphicFrameChg chg="mod modGraphic">
          <ac:chgData name="Suraj Chopade" userId="S::suraj.chopade@bostoninstituteofanalytics.org::dcc44ee8-6a65-4538-a5e1-c87e14ca7a61" providerId="AD" clId="Web-{6C10DBF1-E01B-70F2-C362-AB92AB362718}" dt="2023-10-05T10:36:20.336" v="120"/>
          <ac:graphicFrameMkLst>
            <pc:docMk/>
            <pc:sldMk cId="4006553666" sldId="367"/>
            <ac:graphicFrameMk id="7" creationId="{FBF120AC-CEA3-E6FB-1F60-5853288C1B5C}"/>
          </ac:graphicFrameMkLst>
        </pc:graphicFrameChg>
        <pc:graphicFrameChg chg="add del mod">
          <ac:chgData name="Suraj Chopade" userId="S::suraj.chopade@bostoninstituteofanalytics.org::dcc44ee8-6a65-4538-a5e1-c87e14ca7a61" providerId="AD" clId="Web-{6C10DBF1-E01B-70F2-C362-AB92AB362718}" dt="2023-10-05T10:35:10.084" v="57"/>
          <ac:graphicFrameMkLst>
            <pc:docMk/>
            <pc:sldMk cId="4006553666" sldId="367"/>
            <ac:graphicFrameMk id="12" creationId="{030ED8BA-F340-C04E-463E-9CCF5BE2C81F}"/>
          </ac:graphicFrameMkLst>
        </pc:graphicFrameChg>
        <pc:picChg chg="add del mod">
          <ac:chgData name="Suraj Chopade" userId="S::suraj.chopade@bostoninstituteofanalytics.org::dcc44ee8-6a65-4538-a5e1-c87e14ca7a61" providerId="AD" clId="Web-{6C10DBF1-E01B-70F2-C362-AB92AB362718}" dt="2023-10-05T10:33:22.689" v="43"/>
          <ac:picMkLst>
            <pc:docMk/>
            <pc:sldMk cId="4006553666" sldId="367"/>
            <ac:picMk id="2" creationId="{6505076B-183F-52A9-547D-F65009D423CA}"/>
          </ac:picMkLst>
        </pc:picChg>
        <pc:picChg chg="add del mod">
          <ac:chgData name="Suraj Chopade" userId="S::suraj.chopade@bostoninstituteofanalytics.org::dcc44ee8-6a65-4538-a5e1-c87e14ca7a61" providerId="AD" clId="Web-{6C10DBF1-E01B-70F2-C362-AB92AB362718}" dt="2023-10-05T10:33:23.393" v="44"/>
          <ac:picMkLst>
            <pc:docMk/>
            <pc:sldMk cId="4006553666" sldId="367"/>
            <ac:picMk id="3" creationId="{98844D34-BF54-8DA1-23F3-F195D9B99B19}"/>
          </ac:picMkLst>
        </pc:picChg>
        <pc:picChg chg="add del mod">
          <ac:chgData name="Suraj Chopade" userId="S::suraj.chopade@bostoninstituteofanalytics.org::dcc44ee8-6a65-4538-a5e1-c87e14ca7a61" providerId="AD" clId="Web-{6C10DBF1-E01B-70F2-C362-AB92AB362718}" dt="2023-10-05T10:33:38.299" v="46"/>
          <ac:picMkLst>
            <pc:docMk/>
            <pc:sldMk cId="4006553666" sldId="367"/>
            <ac:picMk id="5" creationId="{3AA7B2F5-E9B8-F1E3-E018-12B8824D0053}"/>
          </ac:picMkLst>
        </pc:picChg>
        <pc:picChg chg="add mod">
          <ac:chgData name="Suraj Chopade" userId="S::suraj.chopade@bostoninstituteofanalytics.org::dcc44ee8-6a65-4538-a5e1-c87e14ca7a61" providerId="AD" clId="Web-{6C10DBF1-E01B-70F2-C362-AB92AB362718}" dt="2023-10-05T10:34:47.036" v="49" actId="1076"/>
          <ac:picMkLst>
            <pc:docMk/>
            <pc:sldMk cId="4006553666" sldId="367"/>
            <ac:picMk id="10" creationId="{435505EB-777D-FBFC-33FE-32AE1D201F0F}"/>
          </ac:picMkLst>
        </pc:picChg>
        <pc:picChg chg="del">
          <ac:chgData name="Suraj Chopade" userId="S::suraj.chopade@bostoninstituteofanalytics.org::dcc44ee8-6a65-4538-a5e1-c87e14ca7a61" providerId="AD" clId="Web-{6C10DBF1-E01B-70F2-C362-AB92AB362718}" dt="2023-10-05T10:31:04.966" v="39"/>
          <ac:picMkLst>
            <pc:docMk/>
            <pc:sldMk cId="4006553666" sldId="367"/>
            <ac:picMk id="2050" creationId="{C935F535-396C-A8C5-B5DA-A7B2F3D535C0}"/>
          </ac:picMkLst>
        </pc:picChg>
      </pc:sldChg>
      <pc:sldChg chg="modSp add replId">
        <pc:chgData name="Suraj Chopade" userId="S::suraj.chopade@bostoninstituteofanalytics.org::dcc44ee8-6a65-4538-a5e1-c87e14ca7a61" providerId="AD" clId="Web-{6C10DBF1-E01B-70F2-C362-AB92AB362718}" dt="2023-10-05T10:48:29.158" v="266" actId="20577"/>
        <pc:sldMkLst>
          <pc:docMk/>
          <pc:sldMk cId="689801169" sldId="368"/>
        </pc:sldMkLst>
        <pc:spChg chg="mod">
          <ac:chgData name="Suraj Chopade" userId="S::suraj.chopade@bostoninstituteofanalytics.org::dcc44ee8-6a65-4538-a5e1-c87e14ca7a61" providerId="AD" clId="Web-{6C10DBF1-E01B-70F2-C362-AB92AB362718}" dt="2023-10-05T10:48:29.158" v="266" actId="20577"/>
          <ac:spMkLst>
            <pc:docMk/>
            <pc:sldMk cId="689801169" sldId="368"/>
            <ac:spMk id="2" creationId="{F7761F45-99CF-5094-8BAE-64DDA34139B5}"/>
          </ac:spMkLst>
        </pc:spChg>
        <pc:spChg chg="mod">
          <ac:chgData name="Suraj Chopade" userId="S::suraj.chopade@bostoninstituteofanalytics.org::dcc44ee8-6a65-4538-a5e1-c87e14ca7a61" providerId="AD" clId="Web-{6C10DBF1-E01B-70F2-C362-AB92AB362718}" dt="2023-10-05T10:45:15.964" v="209" actId="1076"/>
          <ac:spMkLst>
            <pc:docMk/>
            <pc:sldMk cId="689801169" sldId="368"/>
            <ac:spMk id="9" creationId="{2FDADD92-4E39-7713-520E-D88B1D53A255}"/>
          </ac:spMkLst>
        </pc:spChg>
      </pc:sldChg>
      <pc:sldChg chg="modSp add replId">
        <pc:chgData name="Suraj Chopade" userId="S::suraj.chopade@bostoninstituteofanalytics.org::dcc44ee8-6a65-4538-a5e1-c87e14ca7a61" providerId="AD" clId="Web-{6C10DBF1-E01B-70F2-C362-AB92AB362718}" dt="2023-10-05T10:52:26.995" v="340" actId="20577"/>
        <pc:sldMkLst>
          <pc:docMk/>
          <pc:sldMk cId="3124109817" sldId="369"/>
        </pc:sldMkLst>
        <pc:spChg chg="mod">
          <ac:chgData name="Suraj Chopade" userId="S::suraj.chopade@bostoninstituteofanalytics.org::dcc44ee8-6a65-4538-a5e1-c87e14ca7a61" providerId="AD" clId="Web-{6C10DBF1-E01B-70F2-C362-AB92AB362718}" dt="2023-10-05T10:52:26.995" v="340" actId="20577"/>
          <ac:spMkLst>
            <pc:docMk/>
            <pc:sldMk cId="3124109817" sldId="369"/>
            <ac:spMk id="2" creationId="{F7761F45-99CF-5094-8BAE-64DDA34139B5}"/>
          </ac:spMkLst>
        </pc:spChg>
        <pc:spChg chg="mod">
          <ac:chgData name="Suraj Chopade" userId="S::suraj.chopade@bostoninstituteofanalytics.org::dcc44ee8-6a65-4538-a5e1-c87e14ca7a61" providerId="AD" clId="Web-{6C10DBF1-E01B-70F2-C362-AB92AB362718}" dt="2023-10-05T10:50:32.335" v="281" actId="1076"/>
          <ac:spMkLst>
            <pc:docMk/>
            <pc:sldMk cId="3124109817" sldId="369"/>
            <ac:spMk id="9" creationId="{2FDADD92-4E39-7713-520E-D88B1D53A255}"/>
          </ac:spMkLst>
        </pc:spChg>
      </pc:sldChg>
      <pc:sldChg chg="modSp add replId">
        <pc:chgData name="Suraj Chopade" userId="S::suraj.chopade@bostoninstituteofanalytics.org::dcc44ee8-6a65-4538-a5e1-c87e14ca7a61" providerId="AD" clId="Web-{6C10DBF1-E01B-70F2-C362-AB92AB362718}" dt="2023-10-05T10:59:48.963" v="406" actId="20577"/>
        <pc:sldMkLst>
          <pc:docMk/>
          <pc:sldMk cId="4260842086" sldId="370"/>
        </pc:sldMkLst>
        <pc:spChg chg="mod">
          <ac:chgData name="Suraj Chopade" userId="S::suraj.chopade@bostoninstituteofanalytics.org::dcc44ee8-6a65-4538-a5e1-c87e14ca7a61" providerId="AD" clId="Web-{6C10DBF1-E01B-70F2-C362-AB92AB362718}" dt="2023-10-05T10:59:48.963" v="406" actId="20577"/>
          <ac:spMkLst>
            <pc:docMk/>
            <pc:sldMk cId="4260842086" sldId="370"/>
            <ac:spMk id="2" creationId="{F7761F45-99CF-5094-8BAE-64DDA34139B5}"/>
          </ac:spMkLst>
        </pc:spChg>
        <pc:spChg chg="mod">
          <ac:chgData name="Suraj Chopade" userId="S::suraj.chopade@bostoninstituteofanalytics.org::dcc44ee8-6a65-4538-a5e1-c87e14ca7a61" providerId="AD" clId="Web-{6C10DBF1-E01B-70F2-C362-AB92AB362718}" dt="2023-10-05T10:56:54.270" v="351" actId="1076"/>
          <ac:spMkLst>
            <pc:docMk/>
            <pc:sldMk cId="4260842086" sldId="370"/>
            <ac:spMk id="9" creationId="{2FDADD92-4E39-7713-520E-D88B1D53A255}"/>
          </ac:spMkLst>
        </pc:spChg>
      </pc:sldChg>
      <pc:sldChg chg="modSp add replId">
        <pc:chgData name="Suraj Chopade" userId="S::suraj.chopade@bostoninstituteofanalytics.org::dcc44ee8-6a65-4538-a5e1-c87e14ca7a61" providerId="AD" clId="Web-{6C10DBF1-E01B-70F2-C362-AB92AB362718}" dt="2023-10-05T11:07:41.199" v="464" actId="20577"/>
        <pc:sldMkLst>
          <pc:docMk/>
          <pc:sldMk cId="1367509122" sldId="371"/>
        </pc:sldMkLst>
        <pc:spChg chg="mod">
          <ac:chgData name="Suraj Chopade" userId="S::suraj.chopade@bostoninstituteofanalytics.org::dcc44ee8-6a65-4538-a5e1-c87e14ca7a61" providerId="AD" clId="Web-{6C10DBF1-E01B-70F2-C362-AB92AB362718}" dt="2023-10-05T11:07:41.199" v="464" actId="20577"/>
          <ac:spMkLst>
            <pc:docMk/>
            <pc:sldMk cId="1367509122" sldId="371"/>
            <ac:spMk id="2" creationId="{F7761F45-99CF-5094-8BAE-64DDA34139B5}"/>
          </ac:spMkLst>
        </pc:spChg>
        <pc:spChg chg="mod">
          <ac:chgData name="Suraj Chopade" userId="S::suraj.chopade@bostoninstituteofanalytics.org::dcc44ee8-6a65-4538-a5e1-c87e14ca7a61" providerId="AD" clId="Web-{6C10DBF1-E01B-70F2-C362-AB92AB362718}" dt="2023-10-05T11:06:35.603" v="433" actId="1076"/>
          <ac:spMkLst>
            <pc:docMk/>
            <pc:sldMk cId="1367509122" sldId="371"/>
            <ac:spMk id="9" creationId="{2FDADD92-4E39-7713-520E-D88B1D53A255}"/>
          </ac:spMkLst>
        </pc:spChg>
      </pc:sldChg>
      <pc:sldChg chg="addSp modSp add replId">
        <pc:chgData name="Suraj Chopade" userId="S::suraj.chopade@bostoninstituteofanalytics.org::dcc44ee8-6a65-4538-a5e1-c87e14ca7a61" providerId="AD" clId="Web-{6C10DBF1-E01B-70F2-C362-AB92AB362718}" dt="2023-10-05T11:09:59.781" v="492" actId="1076"/>
        <pc:sldMkLst>
          <pc:docMk/>
          <pc:sldMk cId="1839542696" sldId="372"/>
        </pc:sldMkLst>
        <pc:spChg chg="mod">
          <ac:chgData name="Suraj Chopade" userId="S::suraj.chopade@bostoninstituteofanalytics.org::dcc44ee8-6a65-4538-a5e1-c87e14ca7a61" providerId="AD" clId="Web-{6C10DBF1-E01B-70F2-C362-AB92AB362718}" dt="2023-10-05T11:09:56.266" v="491" actId="1076"/>
          <ac:spMkLst>
            <pc:docMk/>
            <pc:sldMk cId="1839542696" sldId="372"/>
            <ac:spMk id="2" creationId="{F7761F45-99CF-5094-8BAE-64DDA34139B5}"/>
          </ac:spMkLst>
        </pc:spChg>
        <pc:spChg chg="add mod">
          <ac:chgData name="Suraj Chopade" userId="S::suraj.chopade@bostoninstituteofanalytics.org::dcc44ee8-6a65-4538-a5e1-c87e14ca7a61" providerId="AD" clId="Web-{6C10DBF1-E01B-70F2-C362-AB92AB362718}" dt="2023-10-05T11:09:59.781" v="492" actId="1076"/>
          <ac:spMkLst>
            <pc:docMk/>
            <pc:sldMk cId="1839542696" sldId="372"/>
            <ac:spMk id="3" creationId="{3C39FCF5-8CF2-D460-5BA7-724C581AA236}"/>
          </ac:spMkLst>
        </pc:spChg>
      </pc:sldChg>
      <pc:sldChg chg="addSp delSp modSp add replId">
        <pc:chgData name="Suraj Chopade" userId="S::suraj.chopade@bostoninstituteofanalytics.org::dcc44ee8-6a65-4538-a5e1-c87e14ca7a61" providerId="AD" clId="Web-{6C10DBF1-E01B-70F2-C362-AB92AB362718}" dt="2023-10-05T11:19:55.880" v="545" actId="1076"/>
        <pc:sldMkLst>
          <pc:docMk/>
          <pc:sldMk cId="3813123597" sldId="373"/>
        </pc:sldMkLst>
        <pc:spChg chg="mod">
          <ac:chgData name="Suraj Chopade" userId="S::suraj.chopade@bostoninstituteofanalytics.org::dcc44ee8-6a65-4538-a5e1-c87e14ca7a61" providerId="AD" clId="Web-{6C10DBF1-E01B-70F2-C362-AB92AB362718}" dt="2023-10-05T11:18:44.190" v="536" actId="14100"/>
          <ac:spMkLst>
            <pc:docMk/>
            <pc:sldMk cId="3813123597" sldId="373"/>
            <ac:spMk id="2" creationId="{F7761F45-99CF-5094-8BAE-64DDA34139B5}"/>
          </ac:spMkLst>
        </pc:spChg>
        <pc:spChg chg="del">
          <ac:chgData name="Suraj Chopade" userId="S::suraj.chopade@bostoninstituteofanalytics.org::dcc44ee8-6a65-4538-a5e1-c87e14ca7a61" providerId="AD" clId="Web-{6C10DBF1-E01B-70F2-C362-AB92AB362718}" dt="2023-10-05T11:14:51.104" v="517"/>
          <ac:spMkLst>
            <pc:docMk/>
            <pc:sldMk cId="3813123597" sldId="373"/>
            <ac:spMk id="3" creationId="{3C39FCF5-8CF2-D460-5BA7-724C581AA236}"/>
          </ac:spMkLst>
        </pc:spChg>
        <pc:spChg chg="mod">
          <ac:chgData name="Suraj Chopade" userId="S::suraj.chopade@bostoninstituteofanalytics.org::dcc44ee8-6a65-4538-a5e1-c87e14ca7a61" providerId="AD" clId="Web-{6C10DBF1-E01B-70F2-C362-AB92AB362718}" dt="2023-10-05T11:14:08.962" v="503" actId="1076"/>
          <ac:spMkLst>
            <pc:docMk/>
            <pc:sldMk cId="3813123597" sldId="373"/>
            <ac:spMk id="9" creationId="{2FDADD92-4E39-7713-520E-D88B1D53A255}"/>
          </ac:spMkLst>
        </pc:spChg>
        <pc:picChg chg="add mod">
          <ac:chgData name="Suraj Chopade" userId="S::suraj.chopade@bostoninstituteofanalytics.org::dcc44ee8-6a65-4538-a5e1-c87e14ca7a61" providerId="AD" clId="Web-{6C10DBF1-E01B-70F2-C362-AB92AB362718}" dt="2023-10-05T11:18:48.847" v="537" actId="1076"/>
          <ac:picMkLst>
            <pc:docMk/>
            <pc:sldMk cId="3813123597" sldId="373"/>
            <ac:picMk id="4" creationId="{64408DA2-F67B-7BE9-0B54-AAD5E7A5B3FC}"/>
          </ac:picMkLst>
        </pc:picChg>
        <pc:picChg chg="add mod">
          <ac:chgData name="Suraj Chopade" userId="S::suraj.chopade@bostoninstituteofanalytics.org::dcc44ee8-6a65-4538-a5e1-c87e14ca7a61" providerId="AD" clId="Web-{6C10DBF1-E01B-70F2-C362-AB92AB362718}" dt="2023-10-05T11:19:55.880" v="545" actId="1076"/>
          <ac:picMkLst>
            <pc:docMk/>
            <pc:sldMk cId="3813123597" sldId="373"/>
            <ac:picMk id="5" creationId="{D799C0DB-240F-7B3B-4605-57D32C8E6EB4}"/>
          </ac:picMkLst>
        </pc:picChg>
      </pc:sldChg>
      <pc:sldChg chg="addSp delSp modSp add ord replId">
        <pc:chgData name="Suraj Chopade" userId="S::suraj.chopade@bostoninstituteofanalytics.org::dcc44ee8-6a65-4538-a5e1-c87e14ca7a61" providerId="AD" clId="Web-{6C10DBF1-E01B-70F2-C362-AB92AB362718}" dt="2023-10-05T11:23:56.029" v="619" actId="1076"/>
        <pc:sldMkLst>
          <pc:docMk/>
          <pc:sldMk cId="1224501499" sldId="374"/>
        </pc:sldMkLst>
        <pc:spChg chg="mod">
          <ac:chgData name="Suraj Chopade" userId="S::suraj.chopade@bostoninstituteofanalytics.org::dcc44ee8-6a65-4538-a5e1-c87e14ca7a61" providerId="AD" clId="Web-{6C10DBF1-E01B-70F2-C362-AB92AB362718}" dt="2023-10-05T11:23:38.232" v="614" actId="1076"/>
          <ac:spMkLst>
            <pc:docMk/>
            <pc:sldMk cId="1224501499" sldId="374"/>
            <ac:spMk id="2" creationId="{F7761F45-99CF-5094-8BAE-64DDA34139B5}"/>
          </ac:spMkLst>
        </pc:spChg>
        <pc:spChg chg="mod">
          <ac:chgData name="Suraj Chopade" userId="S::suraj.chopade@bostoninstituteofanalytics.org::dcc44ee8-6a65-4538-a5e1-c87e14ca7a61" providerId="AD" clId="Web-{6C10DBF1-E01B-70F2-C362-AB92AB362718}" dt="2023-10-05T11:23:56.029" v="619" actId="1076"/>
          <ac:spMkLst>
            <pc:docMk/>
            <pc:sldMk cId="1224501499" sldId="374"/>
            <ac:spMk id="3" creationId="{3C39FCF5-8CF2-D460-5BA7-724C581AA236}"/>
          </ac:spMkLst>
        </pc:spChg>
        <pc:spChg chg="add mod">
          <ac:chgData name="Suraj Chopade" userId="S::suraj.chopade@bostoninstituteofanalytics.org::dcc44ee8-6a65-4538-a5e1-c87e14ca7a61" providerId="AD" clId="Web-{6C10DBF1-E01B-70F2-C362-AB92AB362718}" dt="2023-10-05T11:23:51.592" v="618" actId="1076"/>
          <ac:spMkLst>
            <pc:docMk/>
            <pc:sldMk cId="1224501499" sldId="374"/>
            <ac:spMk id="4" creationId="{C49B0641-452D-D21F-B076-0FE2F6F2FE50}"/>
          </ac:spMkLst>
        </pc:spChg>
        <pc:picChg chg="del">
          <ac:chgData name="Suraj Chopade" userId="S::suraj.chopade@bostoninstituteofanalytics.org::dcc44ee8-6a65-4538-a5e1-c87e14ca7a61" providerId="AD" clId="Web-{6C10DBF1-E01B-70F2-C362-AB92AB362718}" dt="2023-10-05T11:23:47.045" v="617"/>
          <ac:picMkLst>
            <pc:docMk/>
            <pc:sldMk cId="1224501499" sldId="374"/>
            <ac:picMk id="8" creationId="{00000000-0000-0000-0000-000000000000}"/>
          </ac:picMkLst>
        </pc:picChg>
      </pc:sldChg>
      <pc:sldChg chg="modSp add ord replId">
        <pc:chgData name="Suraj Chopade" userId="S::suraj.chopade@bostoninstituteofanalytics.org::dcc44ee8-6a65-4538-a5e1-c87e14ca7a61" providerId="AD" clId="Web-{6C10DBF1-E01B-70F2-C362-AB92AB362718}" dt="2023-10-05T11:33:52.909" v="728"/>
        <pc:sldMkLst>
          <pc:docMk/>
          <pc:sldMk cId="4224219877" sldId="375"/>
        </pc:sldMkLst>
        <pc:spChg chg="mod">
          <ac:chgData name="Suraj Chopade" userId="S::suraj.chopade@bostoninstituteofanalytics.org::dcc44ee8-6a65-4538-a5e1-c87e14ca7a61" providerId="AD" clId="Web-{6C10DBF1-E01B-70F2-C362-AB92AB362718}" dt="2023-10-05T11:33:52.909" v="728"/>
          <ac:spMkLst>
            <pc:docMk/>
            <pc:sldMk cId="4224219877" sldId="375"/>
            <ac:spMk id="2" creationId="{F7761F45-99CF-5094-8BAE-64DDA34139B5}"/>
          </ac:spMkLst>
        </pc:spChg>
        <pc:spChg chg="mod">
          <ac:chgData name="Suraj Chopade" userId="S::suraj.chopade@bostoninstituteofanalytics.org::dcc44ee8-6a65-4538-a5e1-c87e14ca7a61" providerId="AD" clId="Web-{6C10DBF1-E01B-70F2-C362-AB92AB362718}" dt="2023-10-05T11:32:23.359" v="702" actId="1076"/>
          <ac:spMkLst>
            <pc:docMk/>
            <pc:sldMk cId="4224219877" sldId="375"/>
            <ac:spMk id="9" creationId="{2FDADD92-4E39-7713-520E-D88B1D53A255}"/>
          </ac:spMkLst>
        </pc:spChg>
      </pc:sldChg>
      <pc:sldChg chg="addSp modSp add replId">
        <pc:chgData name="Suraj Chopade" userId="S::suraj.chopade@bostoninstituteofanalytics.org::dcc44ee8-6a65-4538-a5e1-c87e14ca7a61" providerId="AD" clId="Web-{6C10DBF1-E01B-70F2-C362-AB92AB362718}" dt="2023-10-05T11:38:14.012" v="874" actId="1076"/>
        <pc:sldMkLst>
          <pc:docMk/>
          <pc:sldMk cId="940285765" sldId="376"/>
        </pc:sldMkLst>
        <pc:spChg chg="mod">
          <ac:chgData name="Suraj Chopade" userId="S::suraj.chopade@bostoninstituteofanalytics.org::dcc44ee8-6a65-4538-a5e1-c87e14ca7a61" providerId="AD" clId="Web-{6C10DBF1-E01B-70F2-C362-AB92AB362718}" dt="2023-10-05T11:36:59.947" v="854" actId="20577"/>
          <ac:spMkLst>
            <pc:docMk/>
            <pc:sldMk cId="940285765" sldId="376"/>
            <ac:spMk id="2" creationId="{F7761F45-99CF-5094-8BAE-64DDA34139B5}"/>
          </ac:spMkLst>
        </pc:spChg>
        <pc:spChg chg="add mod">
          <ac:chgData name="Suraj Chopade" userId="S::suraj.chopade@bostoninstituteofanalytics.org::dcc44ee8-6a65-4538-a5e1-c87e14ca7a61" providerId="AD" clId="Web-{6C10DBF1-E01B-70F2-C362-AB92AB362718}" dt="2023-10-05T11:38:08.653" v="873" actId="1076"/>
          <ac:spMkLst>
            <pc:docMk/>
            <pc:sldMk cId="940285765" sldId="376"/>
            <ac:spMk id="4" creationId="{47C25F63-E39C-4759-3830-05988167B4F8}"/>
          </ac:spMkLst>
        </pc:spChg>
        <pc:spChg chg="mod">
          <ac:chgData name="Suraj Chopade" userId="S::suraj.chopade@bostoninstituteofanalytics.org::dcc44ee8-6a65-4538-a5e1-c87e14ca7a61" providerId="AD" clId="Web-{6C10DBF1-E01B-70F2-C362-AB92AB362718}" dt="2023-10-05T11:38:14.012" v="874" actId="1076"/>
          <ac:spMkLst>
            <pc:docMk/>
            <pc:sldMk cId="940285765" sldId="376"/>
            <ac:spMk id="9" creationId="{2FDADD92-4E39-7713-520E-D88B1D53A255}"/>
          </ac:spMkLst>
        </pc:spChg>
        <pc:graphicFrameChg chg="add mod modGraphic">
          <ac:chgData name="Suraj Chopade" userId="S::suraj.chopade@bostoninstituteofanalytics.org::dcc44ee8-6a65-4538-a5e1-c87e14ca7a61" providerId="AD" clId="Web-{6C10DBF1-E01B-70F2-C362-AB92AB362718}" dt="2023-10-05T11:36:32.728" v="841" actId="1076"/>
          <ac:graphicFrameMkLst>
            <pc:docMk/>
            <pc:sldMk cId="940285765" sldId="376"/>
            <ac:graphicFrameMk id="3" creationId="{C6E4851F-3F72-D3B9-2AF9-9AE75A6B929E}"/>
          </ac:graphicFrameMkLst>
        </pc:graphicFrameChg>
        <pc:picChg chg="mod">
          <ac:chgData name="Suraj Chopade" userId="S::suraj.chopade@bostoninstituteofanalytics.org::dcc44ee8-6a65-4538-a5e1-c87e14ca7a61" providerId="AD" clId="Web-{6C10DBF1-E01B-70F2-C362-AB92AB362718}" dt="2023-10-05T11:37:59.059" v="871" actId="1076"/>
          <ac:picMkLst>
            <pc:docMk/>
            <pc:sldMk cId="940285765" sldId="376"/>
            <ac:picMk id="6" creationId="{00000000-0000-0000-0000-000000000000}"/>
          </ac:picMkLst>
        </pc:picChg>
      </pc:sldChg>
      <pc:sldChg chg="addSp delSp modSp add ord replId">
        <pc:chgData name="Suraj Chopade" userId="S::suraj.chopade@bostoninstituteofanalytics.org::dcc44ee8-6a65-4538-a5e1-c87e14ca7a61" providerId="AD" clId="Web-{6C10DBF1-E01B-70F2-C362-AB92AB362718}" dt="2023-10-05T11:48:07.720" v="1049" actId="20577"/>
        <pc:sldMkLst>
          <pc:docMk/>
          <pc:sldMk cId="1101274761" sldId="377"/>
        </pc:sldMkLst>
        <pc:spChg chg="mod">
          <ac:chgData name="Suraj Chopade" userId="S::suraj.chopade@bostoninstituteofanalytics.org::dcc44ee8-6a65-4538-a5e1-c87e14ca7a61" providerId="AD" clId="Web-{6C10DBF1-E01B-70F2-C362-AB92AB362718}" dt="2023-10-05T11:48:07.720" v="1049" actId="20577"/>
          <ac:spMkLst>
            <pc:docMk/>
            <pc:sldMk cId="1101274761" sldId="377"/>
            <ac:spMk id="2" creationId="{F7761F45-99CF-5094-8BAE-64DDA34139B5}"/>
          </ac:spMkLst>
        </pc:spChg>
        <pc:spChg chg="add del mod">
          <ac:chgData name="Suraj Chopade" userId="S::suraj.chopade@bostoninstituteofanalytics.org::dcc44ee8-6a65-4538-a5e1-c87e14ca7a61" providerId="AD" clId="Web-{6C10DBF1-E01B-70F2-C362-AB92AB362718}" dt="2023-10-05T11:40:38.064" v="913"/>
          <ac:spMkLst>
            <pc:docMk/>
            <pc:sldMk cId="1101274761" sldId="377"/>
            <ac:spMk id="3" creationId="{FFF67077-F838-8688-5E28-40DB078888BF}"/>
          </ac:spMkLst>
        </pc:spChg>
        <pc:spChg chg="add del mod">
          <ac:chgData name="Suraj Chopade" userId="S::suraj.chopade@bostoninstituteofanalytics.org::dcc44ee8-6a65-4538-a5e1-c87e14ca7a61" providerId="AD" clId="Web-{6C10DBF1-E01B-70F2-C362-AB92AB362718}" dt="2023-10-05T11:40:20.298" v="903" actId="1076"/>
          <ac:spMkLst>
            <pc:docMk/>
            <pc:sldMk cId="1101274761" sldId="377"/>
            <ac:spMk id="9" creationId="{2FDADD92-4E39-7713-520E-D88B1D53A255}"/>
          </ac:spMkLst>
        </pc:spChg>
        <pc:picChg chg="mod">
          <ac:chgData name="Suraj Chopade" userId="S::suraj.chopade@bostoninstituteofanalytics.org::dcc44ee8-6a65-4538-a5e1-c87e14ca7a61" providerId="AD" clId="Web-{6C10DBF1-E01B-70F2-C362-AB92AB362718}" dt="2023-10-05T11:43:11.038" v="973" actId="1076"/>
          <ac:picMkLst>
            <pc:docMk/>
            <pc:sldMk cId="1101274761" sldId="377"/>
            <ac:picMk id="6" creationId="{00000000-0000-0000-0000-000000000000}"/>
          </ac:picMkLst>
        </pc:picChg>
      </pc:sldChg>
      <pc:sldChg chg="addSp modSp add replId">
        <pc:chgData name="Suraj Chopade" userId="S::suraj.chopade@bostoninstituteofanalytics.org::dcc44ee8-6a65-4538-a5e1-c87e14ca7a61" providerId="AD" clId="Web-{6C10DBF1-E01B-70F2-C362-AB92AB362718}" dt="2023-10-05T11:48:27.549" v="1052" actId="14100"/>
        <pc:sldMkLst>
          <pc:docMk/>
          <pc:sldMk cId="1574334419" sldId="378"/>
        </pc:sldMkLst>
        <pc:spChg chg="mod">
          <ac:chgData name="Suraj Chopade" userId="S::suraj.chopade@bostoninstituteofanalytics.org::dcc44ee8-6a65-4538-a5e1-c87e14ca7a61" providerId="AD" clId="Web-{6C10DBF1-E01B-70F2-C362-AB92AB362718}" dt="2023-10-05T11:46:41.717" v="1035" actId="20577"/>
          <ac:spMkLst>
            <pc:docMk/>
            <pc:sldMk cId="1574334419" sldId="378"/>
            <ac:spMk id="2" creationId="{F7761F45-99CF-5094-8BAE-64DDA34139B5}"/>
          </ac:spMkLst>
        </pc:spChg>
        <pc:spChg chg="add mod">
          <ac:chgData name="Suraj Chopade" userId="S::suraj.chopade@bostoninstituteofanalytics.org::dcc44ee8-6a65-4538-a5e1-c87e14ca7a61" providerId="AD" clId="Web-{6C10DBF1-E01B-70F2-C362-AB92AB362718}" dt="2023-10-05T11:48:27.549" v="1052" actId="14100"/>
          <ac:spMkLst>
            <pc:docMk/>
            <pc:sldMk cId="1574334419" sldId="378"/>
            <ac:spMk id="3" creationId="{3EFCA987-A66E-41E9-E273-EDA2DE227F1F}"/>
          </ac:spMkLst>
        </pc:spChg>
        <pc:spChg chg="mod">
          <ac:chgData name="Suraj Chopade" userId="S::suraj.chopade@bostoninstituteofanalytics.org::dcc44ee8-6a65-4538-a5e1-c87e14ca7a61" providerId="AD" clId="Web-{6C10DBF1-E01B-70F2-C362-AB92AB362718}" dt="2023-10-05T11:44:38.104" v="989" actId="14100"/>
          <ac:spMkLst>
            <pc:docMk/>
            <pc:sldMk cId="1574334419" sldId="378"/>
            <ac:spMk id="9" creationId="{2FDADD92-4E39-7713-520E-D88B1D53A255}"/>
          </ac:spMkLst>
        </pc:spChg>
      </pc:sldChg>
      <pc:sldChg chg="add del replId">
        <pc:chgData name="Suraj Chopade" userId="S::suraj.chopade@bostoninstituteofanalytics.org::dcc44ee8-6a65-4538-a5e1-c87e14ca7a61" providerId="AD" clId="Web-{6C10DBF1-E01B-70F2-C362-AB92AB362718}" dt="2023-10-05T11:39:26.640" v="881"/>
        <pc:sldMkLst>
          <pc:docMk/>
          <pc:sldMk cId="2699399544" sldId="378"/>
        </pc:sldMkLst>
      </pc:sldChg>
      <pc:sldChg chg="modSp add replId">
        <pc:chgData name="Suraj Chopade" userId="S::suraj.chopade@bostoninstituteofanalytics.org::dcc44ee8-6a65-4538-a5e1-c87e14ca7a61" providerId="AD" clId="Web-{6C10DBF1-E01B-70F2-C362-AB92AB362718}" dt="2023-10-05T11:52:19.776" v="1122"/>
        <pc:sldMkLst>
          <pc:docMk/>
          <pc:sldMk cId="2074956151" sldId="379"/>
        </pc:sldMkLst>
        <pc:spChg chg="mod">
          <ac:chgData name="Suraj Chopade" userId="S::suraj.chopade@bostoninstituteofanalytics.org::dcc44ee8-6a65-4538-a5e1-c87e14ca7a61" providerId="AD" clId="Web-{6C10DBF1-E01B-70F2-C362-AB92AB362718}" dt="2023-10-05T11:52:11.651" v="1121"/>
          <ac:spMkLst>
            <pc:docMk/>
            <pc:sldMk cId="2074956151" sldId="379"/>
            <ac:spMk id="2" creationId="{F7761F45-99CF-5094-8BAE-64DDA34139B5}"/>
          </ac:spMkLst>
        </pc:spChg>
        <pc:spChg chg="mod">
          <ac:chgData name="Suraj Chopade" userId="S::suraj.chopade@bostoninstituteofanalytics.org::dcc44ee8-6a65-4538-a5e1-c87e14ca7a61" providerId="AD" clId="Web-{6C10DBF1-E01B-70F2-C362-AB92AB362718}" dt="2023-10-05T11:52:19.776" v="1122"/>
          <ac:spMkLst>
            <pc:docMk/>
            <pc:sldMk cId="2074956151" sldId="379"/>
            <ac:spMk id="3" creationId="{3EFCA987-A66E-41E9-E273-EDA2DE227F1F}"/>
          </ac:spMkLst>
        </pc:spChg>
        <pc:spChg chg="mod">
          <ac:chgData name="Suraj Chopade" userId="S::suraj.chopade@bostoninstituteofanalytics.org::dcc44ee8-6a65-4538-a5e1-c87e14ca7a61" providerId="AD" clId="Web-{6C10DBF1-E01B-70F2-C362-AB92AB362718}" dt="2023-10-05T11:49:33.817" v="1065" actId="1076"/>
          <ac:spMkLst>
            <pc:docMk/>
            <pc:sldMk cId="2074956151" sldId="379"/>
            <ac:spMk id="9" creationId="{2FDADD92-4E39-7713-520E-D88B1D53A255}"/>
          </ac:spMkLst>
        </pc:spChg>
      </pc:sldChg>
      <pc:sldChg chg="add del replId">
        <pc:chgData name="Suraj Chopade" userId="S::suraj.chopade@bostoninstituteofanalytics.org::dcc44ee8-6a65-4538-a5e1-c87e14ca7a61" providerId="AD" clId="Web-{6C10DBF1-E01B-70F2-C362-AB92AB362718}" dt="2023-10-05T11:44:10.790" v="976"/>
        <pc:sldMkLst>
          <pc:docMk/>
          <pc:sldMk cId="2999154365" sldId="379"/>
        </pc:sldMkLst>
      </pc:sldChg>
      <pc:sldChg chg="modSp add replId">
        <pc:chgData name="Suraj Chopade" userId="S::suraj.chopade@bostoninstituteofanalytics.org::dcc44ee8-6a65-4538-a5e1-c87e14ca7a61" providerId="AD" clId="Web-{6C10DBF1-E01B-70F2-C362-AB92AB362718}" dt="2023-10-05T11:56:25.972" v="1198" actId="1076"/>
        <pc:sldMkLst>
          <pc:docMk/>
          <pc:sldMk cId="2077649857" sldId="380"/>
        </pc:sldMkLst>
        <pc:spChg chg="mod">
          <ac:chgData name="Suraj Chopade" userId="S::suraj.chopade@bostoninstituteofanalytics.org::dcc44ee8-6a65-4538-a5e1-c87e14ca7a61" providerId="AD" clId="Web-{6C10DBF1-E01B-70F2-C362-AB92AB362718}" dt="2023-10-05T11:56:25.972" v="1198" actId="1076"/>
          <ac:spMkLst>
            <pc:docMk/>
            <pc:sldMk cId="2077649857" sldId="380"/>
            <ac:spMk id="2" creationId="{F7761F45-99CF-5094-8BAE-64DDA34139B5}"/>
          </ac:spMkLst>
        </pc:spChg>
        <pc:spChg chg="mod">
          <ac:chgData name="Suraj Chopade" userId="S::suraj.chopade@bostoninstituteofanalytics.org::dcc44ee8-6a65-4538-a5e1-c87e14ca7a61" providerId="AD" clId="Web-{6C10DBF1-E01B-70F2-C362-AB92AB362718}" dt="2023-10-05T11:56:14.691" v="1197" actId="20577"/>
          <ac:spMkLst>
            <pc:docMk/>
            <pc:sldMk cId="2077649857" sldId="380"/>
            <ac:spMk id="3" creationId="{3EFCA987-A66E-41E9-E273-EDA2DE227F1F}"/>
          </ac:spMkLst>
        </pc:spChg>
        <pc:spChg chg="mod">
          <ac:chgData name="Suraj Chopade" userId="S::suraj.chopade@bostoninstituteofanalytics.org::dcc44ee8-6a65-4538-a5e1-c87e14ca7a61" providerId="AD" clId="Web-{6C10DBF1-E01B-70F2-C362-AB92AB362718}" dt="2023-10-05T11:53:58.280" v="1150" actId="1076"/>
          <ac:spMkLst>
            <pc:docMk/>
            <pc:sldMk cId="2077649857" sldId="380"/>
            <ac:spMk id="9" creationId="{2FDADD92-4E39-7713-520E-D88B1D53A255}"/>
          </ac:spMkLst>
        </pc:spChg>
      </pc:sldChg>
      <pc:sldChg chg="addSp modSp add replId">
        <pc:chgData name="Suraj Chopade" userId="S::suraj.chopade@bostoninstituteofanalytics.org::dcc44ee8-6a65-4538-a5e1-c87e14ca7a61" providerId="AD" clId="Web-{6C10DBF1-E01B-70F2-C362-AB92AB362718}" dt="2023-10-05T12:01:09.013" v="1263" actId="1076"/>
        <pc:sldMkLst>
          <pc:docMk/>
          <pc:sldMk cId="3225030936" sldId="381"/>
        </pc:sldMkLst>
        <pc:spChg chg="mod">
          <ac:chgData name="Suraj Chopade" userId="S::suraj.chopade@bostoninstituteofanalytics.org::dcc44ee8-6a65-4538-a5e1-c87e14ca7a61" providerId="AD" clId="Web-{6C10DBF1-E01B-70F2-C362-AB92AB362718}" dt="2023-10-05T12:01:05.169" v="1262" actId="1076"/>
          <ac:spMkLst>
            <pc:docMk/>
            <pc:sldMk cId="3225030936" sldId="381"/>
            <ac:spMk id="2" creationId="{F7761F45-99CF-5094-8BAE-64DDA34139B5}"/>
          </ac:spMkLst>
        </pc:spChg>
        <pc:spChg chg="add mod">
          <ac:chgData name="Suraj Chopade" userId="S::suraj.chopade@bostoninstituteofanalytics.org::dcc44ee8-6a65-4538-a5e1-c87e14ca7a61" providerId="AD" clId="Web-{6C10DBF1-E01B-70F2-C362-AB92AB362718}" dt="2023-10-05T12:01:09.013" v="1263" actId="1076"/>
          <ac:spMkLst>
            <pc:docMk/>
            <pc:sldMk cId="3225030936" sldId="381"/>
            <ac:spMk id="3" creationId="{BC329A15-4B0B-5D03-EE6D-7C57ABE8055F}"/>
          </ac:spMkLst>
        </pc:spChg>
        <pc:spChg chg="mod">
          <ac:chgData name="Suraj Chopade" userId="S::suraj.chopade@bostoninstituteofanalytics.org::dcc44ee8-6a65-4538-a5e1-c87e14ca7a61" providerId="AD" clId="Web-{6C10DBF1-E01B-70F2-C362-AB92AB362718}" dt="2023-10-05T11:58:02.382" v="1213" actId="1076"/>
          <ac:spMkLst>
            <pc:docMk/>
            <pc:sldMk cId="3225030936" sldId="381"/>
            <ac:spMk id="9" creationId="{2FDADD92-4E39-7713-520E-D88B1D53A255}"/>
          </ac:spMkLst>
        </pc:spChg>
      </pc:sldChg>
    </pc:docChg>
  </pc:docChgLst>
  <pc:docChgLst>
    <pc:chgData name="Suraj Chopade" userId="S::suraj.chopade@bostoninstituteofanalytics.org::dcc44ee8-6a65-4538-a5e1-c87e14ca7a61" providerId="AD" clId="Web-{A8A5AB48-3311-B43A-3631-9F462C1E44C8}"/>
    <pc:docChg chg="addSld delSld modSld sldOrd">
      <pc:chgData name="Suraj Chopade" userId="S::suraj.chopade@bostoninstituteofanalytics.org::dcc44ee8-6a65-4538-a5e1-c87e14ca7a61" providerId="AD" clId="Web-{A8A5AB48-3311-B43A-3631-9F462C1E44C8}" dt="2023-10-06T13:39:54.319" v="2266" actId="14100"/>
      <pc:docMkLst>
        <pc:docMk/>
      </pc:docMkLst>
      <pc:sldChg chg="modSp">
        <pc:chgData name="Suraj Chopade" userId="S::suraj.chopade@bostoninstituteofanalytics.org::dcc44ee8-6a65-4538-a5e1-c87e14ca7a61" providerId="AD" clId="Web-{A8A5AB48-3311-B43A-3631-9F462C1E44C8}" dt="2023-10-06T09:36:43.219" v="20" actId="14100"/>
        <pc:sldMkLst>
          <pc:docMk/>
          <pc:sldMk cId="4235558439" sldId="287"/>
        </pc:sldMkLst>
        <pc:spChg chg="mod">
          <ac:chgData name="Suraj Chopade" userId="S::suraj.chopade@bostoninstituteofanalytics.org::dcc44ee8-6a65-4538-a5e1-c87e14ca7a61" providerId="AD" clId="Web-{A8A5AB48-3311-B43A-3631-9F462C1E44C8}" dt="2023-10-06T09:36:43.219" v="20" actId="14100"/>
          <ac:spMkLst>
            <pc:docMk/>
            <pc:sldMk cId="4235558439" sldId="287"/>
            <ac:spMk id="3" creationId="{5FAF0B8B-2FA0-7D88-B529-85CF2FDB866C}"/>
          </ac:spMkLst>
        </pc:spChg>
        <pc:spChg chg="mod">
          <ac:chgData name="Suraj Chopade" userId="S::suraj.chopade@bostoninstituteofanalytics.org::dcc44ee8-6a65-4538-a5e1-c87e14ca7a61" providerId="AD" clId="Web-{A8A5AB48-3311-B43A-3631-9F462C1E44C8}" dt="2023-10-06T09:34:00.728" v="2" actId="20577"/>
          <ac:spMkLst>
            <pc:docMk/>
            <pc:sldMk cId="4235558439" sldId="287"/>
            <ac:spMk id="9" creationId="{2FDADD92-4E39-7713-520E-D88B1D53A255}"/>
          </ac:spMkLst>
        </pc:spChg>
      </pc:sldChg>
      <pc:sldChg chg="delSp modSp">
        <pc:chgData name="Suraj Chopade" userId="S::suraj.chopade@bostoninstituteofanalytics.org::dcc44ee8-6a65-4538-a5e1-c87e14ca7a61" providerId="AD" clId="Web-{A8A5AB48-3311-B43A-3631-9F462C1E44C8}" dt="2023-10-06T09:41:54.466" v="80" actId="1076"/>
        <pc:sldMkLst>
          <pc:docMk/>
          <pc:sldMk cId="1726830" sldId="314"/>
        </pc:sldMkLst>
        <pc:spChg chg="mod">
          <ac:chgData name="Suraj Chopade" userId="S::suraj.chopade@bostoninstituteofanalytics.org::dcc44ee8-6a65-4538-a5e1-c87e14ca7a61" providerId="AD" clId="Web-{A8A5AB48-3311-B43A-3631-9F462C1E44C8}" dt="2023-10-06T09:41:54.466" v="80" actId="1076"/>
          <ac:spMkLst>
            <pc:docMk/>
            <pc:sldMk cId="1726830" sldId="314"/>
            <ac:spMk id="2" creationId="{F7761F45-99CF-5094-8BAE-64DDA34139B5}"/>
          </ac:spMkLst>
        </pc:spChg>
        <pc:spChg chg="mod">
          <ac:chgData name="Suraj Chopade" userId="S::suraj.chopade@bostoninstituteofanalytics.org::dcc44ee8-6a65-4538-a5e1-c87e14ca7a61" providerId="AD" clId="Web-{A8A5AB48-3311-B43A-3631-9F462C1E44C8}" dt="2023-10-06T09:38:25.707" v="36" actId="1076"/>
          <ac:spMkLst>
            <pc:docMk/>
            <pc:sldMk cId="1726830" sldId="314"/>
            <ac:spMk id="9" creationId="{2FDADD92-4E39-7713-520E-D88B1D53A255}"/>
          </ac:spMkLst>
        </pc:spChg>
        <pc:picChg chg="del">
          <ac:chgData name="Suraj Chopade" userId="S::suraj.chopade@bostoninstituteofanalytics.org::dcc44ee8-6a65-4538-a5e1-c87e14ca7a61" providerId="AD" clId="Web-{A8A5AB48-3311-B43A-3631-9F462C1E44C8}" dt="2023-10-06T09:38:28.051" v="37"/>
          <ac:picMkLst>
            <pc:docMk/>
            <pc:sldMk cId="1726830" sldId="314"/>
            <ac:picMk id="4" creationId="{5EA61A63-65C1-FED2-3A4B-00628A98ACD7}"/>
          </ac:picMkLst>
        </pc:picChg>
      </pc:sldChg>
      <pc:sldChg chg="del">
        <pc:chgData name="Suraj Chopade" userId="S::suraj.chopade@bostoninstituteofanalytics.org::dcc44ee8-6a65-4538-a5e1-c87e14ca7a61" providerId="AD" clId="Web-{A8A5AB48-3311-B43A-3631-9F462C1E44C8}" dt="2023-10-06T09:33:57.994" v="0"/>
        <pc:sldMkLst>
          <pc:docMk/>
          <pc:sldMk cId="876099985" sldId="409"/>
        </pc:sldMkLst>
      </pc:sldChg>
      <pc:sldChg chg="del">
        <pc:chgData name="Suraj Chopade" userId="S::suraj.chopade@bostoninstituteofanalytics.org::dcc44ee8-6a65-4538-a5e1-c87e14ca7a61" providerId="AD" clId="Web-{A8A5AB48-3311-B43A-3631-9F462C1E44C8}" dt="2023-10-06T09:33:58.009" v="1"/>
        <pc:sldMkLst>
          <pc:docMk/>
          <pc:sldMk cId="2926612377" sldId="410"/>
        </pc:sldMkLst>
      </pc:sldChg>
      <pc:sldChg chg="del">
        <pc:chgData name="Suraj Chopade" userId="S::suraj.chopade@bostoninstituteofanalytics.org::dcc44ee8-6a65-4538-a5e1-c87e14ca7a61" providerId="AD" clId="Web-{A8A5AB48-3311-B43A-3631-9F462C1E44C8}" dt="2023-10-06T10:11:23.160" v="559"/>
        <pc:sldMkLst>
          <pc:docMk/>
          <pc:sldMk cId="1716880795" sldId="412"/>
        </pc:sldMkLst>
      </pc:sldChg>
      <pc:sldChg chg="del">
        <pc:chgData name="Suraj Chopade" userId="S::suraj.chopade@bostoninstituteofanalytics.org::dcc44ee8-6a65-4538-a5e1-c87e14ca7a61" providerId="AD" clId="Web-{A8A5AB48-3311-B43A-3631-9F462C1E44C8}" dt="2023-10-06T10:11:23.160" v="558"/>
        <pc:sldMkLst>
          <pc:docMk/>
          <pc:sldMk cId="2788898658" sldId="413"/>
        </pc:sldMkLst>
      </pc:sldChg>
      <pc:sldChg chg="del">
        <pc:chgData name="Suraj Chopade" userId="S::suraj.chopade@bostoninstituteofanalytics.org::dcc44ee8-6a65-4538-a5e1-c87e14ca7a61" providerId="AD" clId="Web-{A8A5AB48-3311-B43A-3631-9F462C1E44C8}" dt="2023-10-06T10:11:23.160" v="556"/>
        <pc:sldMkLst>
          <pc:docMk/>
          <pc:sldMk cId="3599271236" sldId="414"/>
        </pc:sldMkLst>
      </pc:sldChg>
      <pc:sldChg chg="del">
        <pc:chgData name="Suraj Chopade" userId="S::suraj.chopade@bostoninstituteofanalytics.org::dcc44ee8-6a65-4538-a5e1-c87e14ca7a61" providerId="AD" clId="Web-{A8A5AB48-3311-B43A-3631-9F462C1E44C8}" dt="2023-10-06T10:11:23.160" v="555"/>
        <pc:sldMkLst>
          <pc:docMk/>
          <pc:sldMk cId="1862185736" sldId="415"/>
        </pc:sldMkLst>
      </pc:sldChg>
      <pc:sldChg chg="del">
        <pc:chgData name="Suraj Chopade" userId="S::suraj.chopade@bostoninstituteofanalytics.org::dcc44ee8-6a65-4538-a5e1-c87e14ca7a61" providerId="AD" clId="Web-{A8A5AB48-3311-B43A-3631-9F462C1E44C8}" dt="2023-10-06T10:11:23.160" v="554"/>
        <pc:sldMkLst>
          <pc:docMk/>
          <pc:sldMk cId="473788288" sldId="416"/>
        </pc:sldMkLst>
      </pc:sldChg>
      <pc:sldChg chg="del">
        <pc:chgData name="Suraj Chopade" userId="S::suraj.chopade@bostoninstituteofanalytics.org::dcc44ee8-6a65-4538-a5e1-c87e14ca7a61" providerId="AD" clId="Web-{A8A5AB48-3311-B43A-3631-9F462C1E44C8}" dt="2023-10-06T10:11:23.160" v="557"/>
        <pc:sldMkLst>
          <pc:docMk/>
          <pc:sldMk cId="1830556282" sldId="417"/>
        </pc:sldMkLst>
      </pc:sldChg>
      <pc:sldChg chg="del">
        <pc:chgData name="Suraj Chopade" userId="S::suraj.chopade@bostoninstituteofanalytics.org::dcc44ee8-6a65-4538-a5e1-c87e14ca7a61" providerId="AD" clId="Web-{A8A5AB48-3311-B43A-3631-9F462C1E44C8}" dt="2023-10-06T10:11:23.160" v="553"/>
        <pc:sldMkLst>
          <pc:docMk/>
          <pc:sldMk cId="3759979835" sldId="418"/>
        </pc:sldMkLst>
      </pc:sldChg>
      <pc:sldChg chg="del">
        <pc:chgData name="Suraj Chopade" userId="S::suraj.chopade@bostoninstituteofanalytics.org::dcc44ee8-6a65-4538-a5e1-c87e14ca7a61" providerId="AD" clId="Web-{A8A5AB48-3311-B43A-3631-9F462C1E44C8}" dt="2023-10-06T10:11:23.145" v="552"/>
        <pc:sldMkLst>
          <pc:docMk/>
          <pc:sldMk cId="2206983601" sldId="420"/>
        </pc:sldMkLst>
      </pc:sldChg>
      <pc:sldChg chg="del">
        <pc:chgData name="Suraj Chopade" userId="S::suraj.chopade@bostoninstituteofanalytics.org::dcc44ee8-6a65-4538-a5e1-c87e14ca7a61" providerId="AD" clId="Web-{A8A5AB48-3311-B43A-3631-9F462C1E44C8}" dt="2023-10-06T10:11:23.145" v="551"/>
        <pc:sldMkLst>
          <pc:docMk/>
          <pc:sldMk cId="2201374662" sldId="421"/>
        </pc:sldMkLst>
      </pc:sldChg>
      <pc:sldChg chg="del">
        <pc:chgData name="Suraj Chopade" userId="S::suraj.chopade@bostoninstituteofanalytics.org::dcc44ee8-6a65-4538-a5e1-c87e14ca7a61" providerId="AD" clId="Web-{A8A5AB48-3311-B43A-3631-9F462C1E44C8}" dt="2023-10-06T10:11:23.145" v="550"/>
        <pc:sldMkLst>
          <pc:docMk/>
          <pc:sldMk cId="3628698905" sldId="422"/>
        </pc:sldMkLst>
      </pc:sldChg>
      <pc:sldChg chg="del">
        <pc:chgData name="Suraj Chopade" userId="S::suraj.chopade@bostoninstituteofanalytics.org::dcc44ee8-6a65-4538-a5e1-c87e14ca7a61" providerId="AD" clId="Web-{A8A5AB48-3311-B43A-3631-9F462C1E44C8}" dt="2023-10-06T10:11:23.145" v="548"/>
        <pc:sldMkLst>
          <pc:docMk/>
          <pc:sldMk cId="3719171295" sldId="423"/>
        </pc:sldMkLst>
      </pc:sldChg>
      <pc:sldChg chg="del">
        <pc:chgData name="Suraj Chopade" userId="S::suraj.chopade@bostoninstituteofanalytics.org::dcc44ee8-6a65-4538-a5e1-c87e14ca7a61" providerId="AD" clId="Web-{A8A5AB48-3311-B43A-3631-9F462C1E44C8}" dt="2023-10-06T10:11:23.145" v="549"/>
        <pc:sldMkLst>
          <pc:docMk/>
          <pc:sldMk cId="3099422123" sldId="424"/>
        </pc:sldMkLst>
      </pc:sldChg>
      <pc:sldChg chg="del">
        <pc:chgData name="Suraj Chopade" userId="S::suraj.chopade@bostoninstituteofanalytics.org::dcc44ee8-6a65-4538-a5e1-c87e14ca7a61" providerId="AD" clId="Web-{A8A5AB48-3311-B43A-3631-9F462C1E44C8}" dt="2023-10-06T10:11:23.145" v="547"/>
        <pc:sldMkLst>
          <pc:docMk/>
          <pc:sldMk cId="4285754358" sldId="425"/>
        </pc:sldMkLst>
      </pc:sldChg>
      <pc:sldChg chg="del">
        <pc:chgData name="Suraj Chopade" userId="S::suraj.chopade@bostoninstituteofanalytics.org::dcc44ee8-6a65-4538-a5e1-c87e14ca7a61" providerId="AD" clId="Web-{A8A5AB48-3311-B43A-3631-9F462C1E44C8}" dt="2023-10-06T10:11:23.145" v="546"/>
        <pc:sldMkLst>
          <pc:docMk/>
          <pc:sldMk cId="3130724772" sldId="426"/>
        </pc:sldMkLst>
      </pc:sldChg>
      <pc:sldChg chg="del">
        <pc:chgData name="Suraj Chopade" userId="S::suraj.chopade@bostoninstituteofanalytics.org::dcc44ee8-6a65-4538-a5e1-c87e14ca7a61" providerId="AD" clId="Web-{A8A5AB48-3311-B43A-3631-9F462C1E44C8}" dt="2023-10-06T10:11:23.129" v="545"/>
        <pc:sldMkLst>
          <pc:docMk/>
          <pc:sldMk cId="534715058" sldId="427"/>
        </pc:sldMkLst>
      </pc:sldChg>
      <pc:sldChg chg="del">
        <pc:chgData name="Suraj Chopade" userId="S::suraj.chopade@bostoninstituteofanalytics.org::dcc44ee8-6a65-4538-a5e1-c87e14ca7a61" providerId="AD" clId="Web-{A8A5AB48-3311-B43A-3631-9F462C1E44C8}" dt="2023-10-06T10:11:23.129" v="544"/>
        <pc:sldMkLst>
          <pc:docMk/>
          <pc:sldMk cId="2012388065" sldId="428"/>
        </pc:sldMkLst>
      </pc:sldChg>
      <pc:sldChg chg="del">
        <pc:chgData name="Suraj Chopade" userId="S::suraj.chopade@bostoninstituteofanalytics.org::dcc44ee8-6a65-4538-a5e1-c87e14ca7a61" providerId="AD" clId="Web-{A8A5AB48-3311-B43A-3631-9F462C1E44C8}" dt="2023-10-06T10:11:23.129" v="543"/>
        <pc:sldMkLst>
          <pc:docMk/>
          <pc:sldMk cId="437294114" sldId="429"/>
        </pc:sldMkLst>
      </pc:sldChg>
      <pc:sldChg chg="del">
        <pc:chgData name="Suraj Chopade" userId="S::suraj.chopade@bostoninstituteofanalytics.org::dcc44ee8-6a65-4538-a5e1-c87e14ca7a61" providerId="AD" clId="Web-{A8A5AB48-3311-B43A-3631-9F462C1E44C8}" dt="2023-10-06T10:11:23.129" v="542"/>
        <pc:sldMkLst>
          <pc:docMk/>
          <pc:sldMk cId="2327297602" sldId="430"/>
        </pc:sldMkLst>
      </pc:sldChg>
      <pc:sldChg chg="del">
        <pc:chgData name="Suraj Chopade" userId="S::suraj.chopade@bostoninstituteofanalytics.org::dcc44ee8-6a65-4538-a5e1-c87e14ca7a61" providerId="AD" clId="Web-{A8A5AB48-3311-B43A-3631-9F462C1E44C8}" dt="2023-10-06T10:11:23.114" v="541"/>
        <pc:sldMkLst>
          <pc:docMk/>
          <pc:sldMk cId="1635862421" sldId="431"/>
        </pc:sldMkLst>
      </pc:sldChg>
      <pc:sldChg chg="del">
        <pc:chgData name="Suraj Chopade" userId="S::suraj.chopade@bostoninstituteofanalytics.org::dcc44ee8-6a65-4538-a5e1-c87e14ca7a61" providerId="AD" clId="Web-{A8A5AB48-3311-B43A-3631-9F462C1E44C8}" dt="2023-10-06T10:11:23.114" v="540"/>
        <pc:sldMkLst>
          <pc:docMk/>
          <pc:sldMk cId="728911902" sldId="432"/>
        </pc:sldMkLst>
      </pc:sldChg>
      <pc:sldChg chg="del">
        <pc:chgData name="Suraj Chopade" userId="S::suraj.chopade@bostoninstituteofanalytics.org::dcc44ee8-6a65-4538-a5e1-c87e14ca7a61" providerId="AD" clId="Web-{A8A5AB48-3311-B43A-3631-9F462C1E44C8}" dt="2023-10-06T10:11:23.114" v="539"/>
        <pc:sldMkLst>
          <pc:docMk/>
          <pc:sldMk cId="2124791131" sldId="433"/>
        </pc:sldMkLst>
      </pc:sldChg>
      <pc:sldChg chg="del">
        <pc:chgData name="Suraj Chopade" userId="S::suraj.chopade@bostoninstituteofanalytics.org::dcc44ee8-6a65-4538-a5e1-c87e14ca7a61" providerId="AD" clId="Web-{A8A5AB48-3311-B43A-3631-9F462C1E44C8}" dt="2023-10-06T10:11:23.114" v="538"/>
        <pc:sldMkLst>
          <pc:docMk/>
          <pc:sldMk cId="1863556272" sldId="434"/>
        </pc:sldMkLst>
      </pc:sldChg>
      <pc:sldChg chg="del">
        <pc:chgData name="Suraj Chopade" userId="S::suraj.chopade@bostoninstituteofanalytics.org::dcc44ee8-6a65-4538-a5e1-c87e14ca7a61" providerId="AD" clId="Web-{A8A5AB48-3311-B43A-3631-9F462C1E44C8}" dt="2023-10-06T10:11:23.114" v="536"/>
        <pc:sldMkLst>
          <pc:docMk/>
          <pc:sldMk cId="411251168" sldId="435"/>
        </pc:sldMkLst>
      </pc:sldChg>
      <pc:sldChg chg="del">
        <pc:chgData name="Suraj Chopade" userId="S::suraj.chopade@bostoninstituteofanalytics.org::dcc44ee8-6a65-4538-a5e1-c87e14ca7a61" providerId="AD" clId="Web-{A8A5AB48-3311-B43A-3631-9F462C1E44C8}" dt="2023-10-06T10:11:23.114" v="537"/>
        <pc:sldMkLst>
          <pc:docMk/>
          <pc:sldMk cId="3427110777" sldId="436"/>
        </pc:sldMkLst>
      </pc:sldChg>
      <pc:sldChg chg="del">
        <pc:chgData name="Suraj Chopade" userId="S::suraj.chopade@bostoninstituteofanalytics.org::dcc44ee8-6a65-4538-a5e1-c87e14ca7a61" providerId="AD" clId="Web-{A8A5AB48-3311-B43A-3631-9F462C1E44C8}" dt="2023-10-06T10:11:23.114" v="535"/>
        <pc:sldMkLst>
          <pc:docMk/>
          <pc:sldMk cId="2873889658" sldId="437"/>
        </pc:sldMkLst>
      </pc:sldChg>
      <pc:sldChg chg="addSp modSp add replId">
        <pc:chgData name="Suraj Chopade" userId="S::suraj.chopade@bostoninstituteofanalytics.org::dcc44ee8-6a65-4538-a5e1-c87e14ca7a61" providerId="AD" clId="Web-{A8A5AB48-3311-B43A-3631-9F462C1E44C8}" dt="2023-10-06T09:43:44.517" v="102" actId="1076"/>
        <pc:sldMkLst>
          <pc:docMk/>
          <pc:sldMk cId="1541896332" sldId="438"/>
        </pc:sldMkLst>
        <pc:spChg chg="mod">
          <ac:chgData name="Suraj Chopade" userId="S::suraj.chopade@bostoninstituteofanalytics.org::dcc44ee8-6a65-4538-a5e1-c87e14ca7a61" providerId="AD" clId="Web-{A8A5AB48-3311-B43A-3631-9F462C1E44C8}" dt="2023-10-06T09:42:16.716" v="88" actId="20577"/>
          <ac:spMkLst>
            <pc:docMk/>
            <pc:sldMk cId="1541896332" sldId="438"/>
            <ac:spMk id="2" creationId="{F7761F45-99CF-5094-8BAE-64DDA34139B5}"/>
          </ac:spMkLst>
        </pc:spChg>
        <pc:spChg chg="mod">
          <ac:chgData name="Suraj Chopade" userId="S::suraj.chopade@bostoninstituteofanalytics.org::dcc44ee8-6a65-4538-a5e1-c87e14ca7a61" providerId="AD" clId="Web-{A8A5AB48-3311-B43A-3631-9F462C1E44C8}" dt="2023-10-06T09:42:13.169" v="86" actId="1076"/>
          <ac:spMkLst>
            <pc:docMk/>
            <pc:sldMk cId="1541896332" sldId="438"/>
            <ac:spMk id="9" creationId="{2FDADD92-4E39-7713-520E-D88B1D53A255}"/>
          </ac:spMkLst>
        </pc:spChg>
        <pc:picChg chg="add mod modCrop">
          <ac:chgData name="Suraj Chopade" userId="S::suraj.chopade@bostoninstituteofanalytics.org::dcc44ee8-6a65-4538-a5e1-c87e14ca7a61" providerId="AD" clId="Web-{A8A5AB48-3311-B43A-3631-9F462C1E44C8}" dt="2023-10-06T09:43:44.517" v="102" actId="1076"/>
          <ac:picMkLst>
            <pc:docMk/>
            <pc:sldMk cId="1541896332" sldId="438"/>
            <ac:picMk id="3" creationId="{5633E976-90BB-9A85-DBB5-FE5C9897EB51}"/>
          </ac:picMkLst>
        </pc:picChg>
      </pc:sldChg>
      <pc:sldChg chg="modSp add ord replId">
        <pc:chgData name="Suraj Chopade" userId="S::suraj.chopade@bostoninstituteofanalytics.org::dcc44ee8-6a65-4538-a5e1-c87e14ca7a61" providerId="AD" clId="Web-{A8A5AB48-3311-B43A-3631-9F462C1E44C8}" dt="2023-10-06T09:51:37.879" v="270" actId="20577"/>
        <pc:sldMkLst>
          <pc:docMk/>
          <pc:sldMk cId="4217551723" sldId="439"/>
        </pc:sldMkLst>
        <pc:spChg chg="mod">
          <ac:chgData name="Suraj Chopade" userId="S::suraj.chopade@bostoninstituteofanalytics.org::dcc44ee8-6a65-4538-a5e1-c87e14ca7a61" providerId="AD" clId="Web-{A8A5AB48-3311-B43A-3631-9F462C1E44C8}" dt="2023-10-06T09:51:37.879" v="270" actId="20577"/>
          <ac:spMkLst>
            <pc:docMk/>
            <pc:sldMk cId="4217551723" sldId="439"/>
            <ac:spMk id="2" creationId="{F7761F45-99CF-5094-8BAE-64DDA34139B5}"/>
          </ac:spMkLst>
        </pc:spChg>
      </pc:sldChg>
      <pc:sldChg chg="modSp add replId">
        <pc:chgData name="Suraj Chopade" userId="S::suraj.chopade@bostoninstituteofanalytics.org::dcc44ee8-6a65-4538-a5e1-c87e14ca7a61" providerId="AD" clId="Web-{A8A5AB48-3311-B43A-3631-9F462C1E44C8}" dt="2023-10-06T10:55:46.939" v="799" actId="20577"/>
        <pc:sldMkLst>
          <pc:docMk/>
          <pc:sldMk cId="3445395743" sldId="440"/>
        </pc:sldMkLst>
        <pc:spChg chg="mod">
          <ac:chgData name="Suraj Chopade" userId="S::suraj.chopade@bostoninstituteofanalytics.org::dcc44ee8-6a65-4538-a5e1-c87e14ca7a61" providerId="AD" clId="Web-{A8A5AB48-3311-B43A-3631-9F462C1E44C8}" dt="2023-10-06T10:55:46.939" v="799" actId="20577"/>
          <ac:spMkLst>
            <pc:docMk/>
            <pc:sldMk cId="3445395743" sldId="440"/>
            <ac:spMk id="2" creationId="{F7761F45-99CF-5094-8BAE-64DDA34139B5}"/>
          </ac:spMkLst>
        </pc:spChg>
      </pc:sldChg>
      <pc:sldChg chg="modSp add ord replId">
        <pc:chgData name="Suraj Chopade" userId="S::suraj.chopade@bostoninstituteofanalytics.org::dcc44ee8-6a65-4538-a5e1-c87e14ca7a61" providerId="AD" clId="Web-{A8A5AB48-3311-B43A-3631-9F462C1E44C8}" dt="2023-10-06T09:58:40.474" v="457"/>
        <pc:sldMkLst>
          <pc:docMk/>
          <pc:sldMk cId="4159333918" sldId="441"/>
        </pc:sldMkLst>
        <pc:spChg chg="mod">
          <ac:chgData name="Suraj Chopade" userId="S::suraj.chopade@bostoninstituteofanalytics.org::dcc44ee8-6a65-4538-a5e1-c87e14ca7a61" providerId="AD" clId="Web-{A8A5AB48-3311-B43A-3631-9F462C1E44C8}" dt="2023-10-06T09:58:25.005" v="456" actId="20577"/>
          <ac:spMkLst>
            <pc:docMk/>
            <pc:sldMk cId="4159333918" sldId="441"/>
            <ac:spMk id="2" creationId="{F7761F45-99CF-5094-8BAE-64DDA34139B5}"/>
          </ac:spMkLst>
        </pc:spChg>
      </pc:sldChg>
      <pc:sldChg chg="addSp modSp add ord replId">
        <pc:chgData name="Suraj Chopade" userId="S::suraj.chopade@bostoninstituteofanalytics.org::dcc44ee8-6a65-4538-a5e1-c87e14ca7a61" providerId="AD" clId="Web-{A8A5AB48-3311-B43A-3631-9F462C1E44C8}" dt="2023-10-06T10:13:12.477" v="561"/>
        <pc:sldMkLst>
          <pc:docMk/>
          <pc:sldMk cId="1579541125" sldId="442"/>
        </pc:sldMkLst>
        <pc:spChg chg="mod">
          <ac:chgData name="Suraj Chopade" userId="S::suraj.chopade@bostoninstituteofanalytics.org::dcc44ee8-6a65-4538-a5e1-c87e14ca7a61" providerId="AD" clId="Web-{A8A5AB48-3311-B43A-3631-9F462C1E44C8}" dt="2023-10-06T10:09:38.297" v="533" actId="20577"/>
          <ac:spMkLst>
            <pc:docMk/>
            <pc:sldMk cId="1579541125" sldId="442"/>
            <ac:spMk id="2" creationId="{F7761F45-99CF-5094-8BAE-64DDA34139B5}"/>
          </ac:spMkLst>
        </pc:spChg>
        <pc:spChg chg="mod">
          <ac:chgData name="Suraj Chopade" userId="S::suraj.chopade@bostoninstituteofanalytics.org::dcc44ee8-6a65-4538-a5e1-c87e14ca7a61" providerId="AD" clId="Web-{A8A5AB48-3311-B43A-3631-9F462C1E44C8}" dt="2023-10-06T10:09:24.078" v="532"/>
          <ac:spMkLst>
            <pc:docMk/>
            <pc:sldMk cId="1579541125" sldId="442"/>
            <ac:spMk id="9" creationId="{2FDADD92-4E39-7713-520E-D88B1D53A255}"/>
          </ac:spMkLst>
        </pc:spChg>
        <pc:picChg chg="add mod">
          <ac:chgData name="Suraj Chopade" userId="S::suraj.chopade@bostoninstituteofanalytics.org::dcc44ee8-6a65-4538-a5e1-c87e14ca7a61" providerId="AD" clId="Web-{A8A5AB48-3311-B43A-3631-9F462C1E44C8}" dt="2023-10-06T10:10:38.956" v="534" actId="1076"/>
          <ac:picMkLst>
            <pc:docMk/>
            <pc:sldMk cId="1579541125" sldId="442"/>
            <ac:picMk id="3" creationId="{67F9BE3B-EE6C-271E-3660-59CE093222CD}"/>
          </ac:picMkLst>
        </pc:picChg>
      </pc:sldChg>
      <pc:sldChg chg="add del replId">
        <pc:chgData name="Suraj Chopade" userId="S::suraj.chopade@bostoninstituteofanalytics.org::dcc44ee8-6a65-4538-a5e1-c87e14ca7a61" providerId="AD" clId="Web-{A8A5AB48-3311-B43A-3631-9F462C1E44C8}" dt="2023-10-06T09:57:15.252" v="376"/>
        <pc:sldMkLst>
          <pc:docMk/>
          <pc:sldMk cId="4079971453" sldId="442"/>
        </pc:sldMkLst>
      </pc:sldChg>
      <pc:sldChg chg="add del replId">
        <pc:chgData name="Suraj Chopade" userId="S::suraj.chopade@bostoninstituteofanalytics.org::dcc44ee8-6a65-4538-a5e1-c87e14ca7a61" providerId="AD" clId="Web-{A8A5AB48-3311-B43A-3631-9F462C1E44C8}" dt="2023-10-06T10:05:30.209" v="476"/>
        <pc:sldMkLst>
          <pc:docMk/>
          <pc:sldMk cId="2420606577" sldId="443"/>
        </pc:sldMkLst>
      </pc:sldChg>
      <pc:sldChg chg="addSp delSp modSp add replId">
        <pc:chgData name="Suraj Chopade" userId="S::suraj.chopade@bostoninstituteofanalytics.org::dcc44ee8-6a65-4538-a5e1-c87e14ca7a61" providerId="AD" clId="Web-{A8A5AB48-3311-B43A-3631-9F462C1E44C8}" dt="2023-10-06T10:19:22.679" v="608" actId="1076"/>
        <pc:sldMkLst>
          <pc:docMk/>
          <pc:sldMk cId="3168653105" sldId="443"/>
        </pc:sldMkLst>
        <pc:spChg chg="mod">
          <ac:chgData name="Suraj Chopade" userId="S::suraj.chopade@bostoninstituteofanalytics.org::dcc44ee8-6a65-4538-a5e1-c87e14ca7a61" providerId="AD" clId="Web-{A8A5AB48-3311-B43A-3631-9F462C1E44C8}" dt="2023-10-06T10:19:00.882" v="607" actId="1076"/>
          <ac:spMkLst>
            <pc:docMk/>
            <pc:sldMk cId="3168653105" sldId="443"/>
            <ac:spMk id="2" creationId="{F7761F45-99CF-5094-8BAE-64DDA34139B5}"/>
          </ac:spMkLst>
        </pc:spChg>
        <pc:spChg chg="add del mod">
          <ac:chgData name="Suraj Chopade" userId="S::suraj.chopade@bostoninstituteofanalytics.org::dcc44ee8-6a65-4538-a5e1-c87e14ca7a61" providerId="AD" clId="Web-{A8A5AB48-3311-B43A-3631-9F462C1E44C8}" dt="2023-10-06T10:19:22.679" v="608" actId="1076"/>
          <ac:spMkLst>
            <pc:docMk/>
            <pc:sldMk cId="3168653105" sldId="443"/>
            <ac:spMk id="9" creationId="{2FDADD92-4E39-7713-520E-D88B1D53A255}"/>
          </ac:spMkLst>
        </pc:spChg>
        <pc:picChg chg="del">
          <ac:chgData name="Suraj Chopade" userId="S::suraj.chopade@bostoninstituteofanalytics.org::dcc44ee8-6a65-4538-a5e1-c87e14ca7a61" providerId="AD" clId="Web-{A8A5AB48-3311-B43A-3631-9F462C1E44C8}" dt="2023-10-06T10:16:10.359" v="585"/>
          <ac:picMkLst>
            <pc:docMk/>
            <pc:sldMk cId="3168653105" sldId="443"/>
            <ac:picMk id="3" creationId="{67F9BE3B-EE6C-271E-3660-59CE093222CD}"/>
          </ac:picMkLst>
        </pc:picChg>
      </pc:sldChg>
      <pc:sldChg chg="modSp add replId">
        <pc:chgData name="Suraj Chopade" userId="S::suraj.chopade@bostoninstituteofanalytics.org::dcc44ee8-6a65-4538-a5e1-c87e14ca7a61" providerId="AD" clId="Web-{A8A5AB48-3311-B43A-3631-9F462C1E44C8}" dt="2023-10-06T10:21:21.059" v="629" actId="1076"/>
        <pc:sldMkLst>
          <pc:docMk/>
          <pc:sldMk cId="1096674608" sldId="444"/>
        </pc:sldMkLst>
        <pc:spChg chg="mod">
          <ac:chgData name="Suraj Chopade" userId="S::suraj.chopade@bostoninstituteofanalytics.org::dcc44ee8-6a65-4538-a5e1-c87e14ca7a61" providerId="AD" clId="Web-{A8A5AB48-3311-B43A-3631-9F462C1E44C8}" dt="2023-10-06T10:21:21.059" v="629" actId="1076"/>
          <ac:spMkLst>
            <pc:docMk/>
            <pc:sldMk cId="1096674608" sldId="444"/>
            <ac:spMk id="2" creationId="{F7761F45-99CF-5094-8BAE-64DDA34139B5}"/>
          </ac:spMkLst>
        </pc:spChg>
        <pc:spChg chg="mod">
          <ac:chgData name="Suraj Chopade" userId="S::suraj.chopade@bostoninstituteofanalytics.org::dcc44ee8-6a65-4538-a5e1-c87e14ca7a61" providerId="AD" clId="Web-{A8A5AB48-3311-B43A-3631-9F462C1E44C8}" dt="2023-10-06T10:20:17.666" v="627" actId="1076"/>
          <ac:spMkLst>
            <pc:docMk/>
            <pc:sldMk cId="1096674608" sldId="444"/>
            <ac:spMk id="9" creationId="{2FDADD92-4E39-7713-520E-D88B1D53A255}"/>
          </ac:spMkLst>
        </pc:spChg>
      </pc:sldChg>
      <pc:sldChg chg="modSp add replId">
        <pc:chgData name="Suraj Chopade" userId="S::suraj.chopade@bostoninstituteofanalytics.org::dcc44ee8-6a65-4538-a5e1-c87e14ca7a61" providerId="AD" clId="Web-{A8A5AB48-3311-B43A-3631-9F462C1E44C8}" dt="2023-10-06T10:25:50.195" v="665" actId="1076"/>
        <pc:sldMkLst>
          <pc:docMk/>
          <pc:sldMk cId="2576935323" sldId="445"/>
        </pc:sldMkLst>
        <pc:spChg chg="mod">
          <ac:chgData name="Suraj Chopade" userId="S::suraj.chopade@bostoninstituteofanalytics.org::dcc44ee8-6a65-4538-a5e1-c87e14ca7a61" providerId="AD" clId="Web-{A8A5AB48-3311-B43A-3631-9F462C1E44C8}" dt="2023-10-06T10:25:50.195" v="665" actId="1076"/>
          <ac:spMkLst>
            <pc:docMk/>
            <pc:sldMk cId="2576935323" sldId="445"/>
            <ac:spMk id="2" creationId="{F7761F45-99CF-5094-8BAE-64DDA34139B5}"/>
          </ac:spMkLst>
        </pc:spChg>
        <pc:spChg chg="mod">
          <ac:chgData name="Suraj Chopade" userId="S::suraj.chopade@bostoninstituteofanalytics.org::dcc44ee8-6a65-4538-a5e1-c87e14ca7a61" providerId="AD" clId="Web-{A8A5AB48-3311-B43A-3631-9F462C1E44C8}" dt="2023-10-06T10:25:26.413" v="657" actId="1076"/>
          <ac:spMkLst>
            <pc:docMk/>
            <pc:sldMk cId="2576935323" sldId="445"/>
            <ac:spMk id="9" creationId="{2FDADD92-4E39-7713-520E-D88B1D53A255}"/>
          </ac:spMkLst>
        </pc:spChg>
      </pc:sldChg>
      <pc:sldChg chg="add del replId">
        <pc:chgData name="Suraj Chopade" userId="S::suraj.chopade@bostoninstituteofanalytics.org::dcc44ee8-6a65-4538-a5e1-c87e14ca7a61" providerId="AD" clId="Web-{A8A5AB48-3311-B43A-3631-9F462C1E44C8}" dt="2023-10-06T10:26:06.773" v="667"/>
        <pc:sldMkLst>
          <pc:docMk/>
          <pc:sldMk cId="3954385333" sldId="446"/>
        </pc:sldMkLst>
      </pc:sldChg>
      <pc:sldChg chg="modSp add replId">
        <pc:chgData name="Suraj Chopade" userId="S::suraj.chopade@bostoninstituteofanalytics.org::dcc44ee8-6a65-4538-a5e1-c87e14ca7a61" providerId="AD" clId="Web-{A8A5AB48-3311-B43A-3631-9F462C1E44C8}" dt="2023-10-06T10:26:40.478" v="681" actId="1076"/>
        <pc:sldMkLst>
          <pc:docMk/>
          <pc:sldMk cId="1173246912" sldId="447"/>
        </pc:sldMkLst>
        <pc:spChg chg="mod">
          <ac:chgData name="Suraj Chopade" userId="S::suraj.chopade@bostoninstituteofanalytics.org::dcc44ee8-6a65-4538-a5e1-c87e14ca7a61" providerId="AD" clId="Web-{A8A5AB48-3311-B43A-3631-9F462C1E44C8}" dt="2023-10-06T10:26:40.478" v="681" actId="1076"/>
          <ac:spMkLst>
            <pc:docMk/>
            <pc:sldMk cId="1173246912" sldId="447"/>
            <ac:spMk id="2" creationId="{F7761F45-99CF-5094-8BAE-64DDA34139B5}"/>
          </ac:spMkLst>
        </pc:spChg>
      </pc:sldChg>
      <pc:sldChg chg="modSp add replId">
        <pc:chgData name="Suraj Chopade" userId="S::suraj.chopade@bostoninstituteofanalytics.org::dcc44ee8-6a65-4538-a5e1-c87e14ca7a61" providerId="AD" clId="Web-{A8A5AB48-3311-B43A-3631-9F462C1E44C8}" dt="2023-10-06T10:49:01.766" v="710" actId="20577"/>
        <pc:sldMkLst>
          <pc:docMk/>
          <pc:sldMk cId="1067643113" sldId="448"/>
        </pc:sldMkLst>
        <pc:spChg chg="mod">
          <ac:chgData name="Suraj Chopade" userId="S::suraj.chopade@bostoninstituteofanalytics.org::dcc44ee8-6a65-4538-a5e1-c87e14ca7a61" providerId="AD" clId="Web-{A8A5AB48-3311-B43A-3631-9F462C1E44C8}" dt="2023-10-06T10:49:01.766" v="710" actId="20577"/>
          <ac:spMkLst>
            <pc:docMk/>
            <pc:sldMk cId="1067643113" sldId="448"/>
            <ac:spMk id="2" creationId="{F7761F45-99CF-5094-8BAE-64DDA34139B5}"/>
          </ac:spMkLst>
        </pc:spChg>
        <pc:spChg chg="mod">
          <ac:chgData name="Suraj Chopade" userId="S::suraj.chopade@bostoninstituteofanalytics.org::dcc44ee8-6a65-4538-a5e1-c87e14ca7a61" providerId="AD" clId="Web-{A8A5AB48-3311-B43A-3631-9F462C1E44C8}" dt="2023-10-06T10:48:27.671" v="696" actId="1076"/>
          <ac:spMkLst>
            <pc:docMk/>
            <pc:sldMk cId="1067643113" sldId="448"/>
            <ac:spMk id="9" creationId="{2FDADD92-4E39-7713-520E-D88B1D53A255}"/>
          </ac:spMkLst>
        </pc:spChg>
      </pc:sldChg>
      <pc:sldChg chg="modSp add replId">
        <pc:chgData name="Suraj Chopade" userId="S::suraj.chopade@bostoninstituteofanalytics.org::dcc44ee8-6a65-4538-a5e1-c87e14ca7a61" providerId="AD" clId="Web-{A8A5AB48-3311-B43A-3631-9F462C1E44C8}" dt="2023-10-06T10:50:53.989" v="744" actId="20577"/>
        <pc:sldMkLst>
          <pc:docMk/>
          <pc:sldMk cId="1674932042" sldId="449"/>
        </pc:sldMkLst>
        <pc:spChg chg="mod">
          <ac:chgData name="Suraj Chopade" userId="S::suraj.chopade@bostoninstituteofanalytics.org::dcc44ee8-6a65-4538-a5e1-c87e14ca7a61" providerId="AD" clId="Web-{A8A5AB48-3311-B43A-3631-9F462C1E44C8}" dt="2023-10-06T10:50:53.989" v="744" actId="20577"/>
          <ac:spMkLst>
            <pc:docMk/>
            <pc:sldMk cId="1674932042" sldId="449"/>
            <ac:spMk id="2" creationId="{F7761F45-99CF-5094-8BAE-64DDA34139B5}"/>
          </ac:spMkLst>
        </pc:spChg>
      </pc:sldChg>
      <pc:sldChg chg="addSp modSp add replId">
        <pc:chgData name="Suraj Chopade" userId="S::suraj.chopade@bostoninstituteofanalytics.org::dcc44ee8-6a65-4538-a5e1-c87e14ca7a61" providerId="AD" clId="Web-{A8A5AB48-3311-B43A-3631-9F462C1E44C8}" dt="2023-10-06T10:54:20.435" v="790" actId="1076"/>
        <pc:sldMkLst>
          <pc:docMk/>
          <pc:sldMk cId="4206720302" sldId="450"/>
        </pc:sldMkLst>
        <pc:spChg chg="mod">
          <ac:chgData name="Suraj Chopade" userId="S::suraj.chopade@bostoninstituteofanalytics.org::dcc44ee8-6a65-4538-a5e1-c87e14ca7a61" providerId="AD" clId="Web-{A8A5AB48-3311-B43A-3631-9F462C1E44C8}" dt="2023-10-06T10:54:16.341" v="788" actId="20577"/>
          <ac:spMkLst>
            <pc:docMk/>
            <pc:sldMk cId="4206720302" sldId="450"/>
            <ac:spMk id="2" creationId="{F7761F45-99CF-5094-8BAE-64DDA34139B5}"/>
          </ac:spMkLst>
        </pc:spChg>
        <pc:picChg chg="add mod">
          <ac:chgData name="Suraj Chopade" userId="S::suraj.chopade@bostoninstituteofanalytics.org::dcc44ee8-6a65-4538-a5e1-c87e14ca7a61" providerId="AD" clId="Web-{A8A5AB48-3311-B43A-3631-9F462C1E44C8}" dt="2023-10-06T10:54:20.435" v="790" actId="1076"/>
          <ac:picMkLst>
            <pc:docMk/>
            <pc:sldMk cId="4206720302" sldId="450"/>
            <ac:picMk id="3" creationId="{03EEBF63-FF83-3F9A-F8E1-9B9C02099AF0}"/>
          </ac:picMkLst>
        </pc:picChg>
      </pc:sldChg>
      <pc:sldChg chg="delSp modSp add replId">
        <pc:chgData name="Suraj Chopade" userId="S::suraj.chopade@bostoninstituteofanalytics.org::dcc44ee8-6a65-4538-a5e1-c87e14ca7a61" providerId="AD" clId="Web-{A8A5AB48-3311-B43A-3631-9F462C1E44C8}" dt="2023-10-06T10:54:34.670" v="794" actId="20577"/>
        <pc:sldMkLst>
          <pc:docMk/>
          <pc:sldMk cId="323007175" sldId="451"/>
        </pc:sldMkLst>
        <pc:spChg chg="mod">
          <ac:chgData name="Suraj Chopade" userId="S::suraj.chopade@bostoninstituteofanalytics.org::dcc44ee8-6a65-4538-a5e1-c87e14ca7a61" providerId="AD" clId="Web-{A8A5AB48-3311-B43A-3631-9F462C1E44C8}" dt="2023-10-06T10:54:34.670" v="794" actId="20577"/>
          <ac:spMkLst>
            <pc:docMk/>
            <pc:sldMk cId="323007175" sldId="451"/>
            <ac:spMk id="2" creationId="{F7761F45-99CF-5094-8BAE-64DDA34139B5}"/>
          </ac:spMkLst>
        </pc:spChg>
        <pc:picChg chg="del">
          <ac:chgData name="Suraj Chopade" userId="S::suraj.chopade@bostoninstituteofanalytics.org::dcc44ee8-6a65-4538-a5e1-c87e14ca7a61" providerId="AD" clId="Web-{A8A5AB48-3311-B43A-3631-9F462C1E44C8}" dt="2023-10-06T10:54:31.201" v="793"/>
          <ac:picMkLst>
            <pc:docMk/>
            <pc:sldMk cId="323007175" sldId="451"/>
            <ac:picMk id="3" creationId="{03EEBF63-FF83-3F9A-F8E1-9B9C02099AF0}"/>
          </ac:picMkLst>
        </pc:picChg>
      </pc:sldChg>
      <pc:sldChg chg="addSp delSp modSp add replId">
        <pc:chgData name="Suraj Chopade" userId="S::suraj.chopade@bostoninstituteofanalytics.org::dcc44ee8-6a65-4538-a5e1-c87e14ca7a61" providerId="AD" clId="Web-{A8A5AB48-3311-B43A-3631-9F462C1E44C8}" dt="2023-10-06T11:05:08.727" v="854" actId="1076"/>
        <pc:sldMkLst>
          <pc:docMk/>
          <pc:sldMk cId="1595534070" sldId="452"/>
        </pc:sldMkLst>
        <pc:spChg chg="mod">
          <ac:chgData name="Suraj Chopade" userId="S::suraj.chopade@bostoninstituteofanalytics.org::dcc44ee8-6a65-4538-a5e1-c87e14ca7a61" providerId="AD" clId="Web-{A8A5AB48-3311-B43A-3631-9F462C1E44C8}" dt="2023-10-06T11:04:38.538" v="849" actId="1076"/>
          <ac:spMkLst>
            <pc:docMk/>
            <pc:sldMk cId="1595534070" sldId="452"/>
            <ac:spMk id="2" creationId="{F7761F45-99CF-5094-8BAE-64DDA34139B5}"/>
          </ac:spMkLst>
        </pc:spChg>
        <pc:spChg chg="mod">
          <ac:chgData name="Suraj Chopade" userId="S::suraj.chopade@bostoninstituteofanalytics.org::dcc44ee8-6a65-4538-a5e1-c87e14ca7a61" providerId="AD" clId="Web-{A8A5AB48-3311-B43A-3631-9F462C1E44C8}" dt="2023-10-06T11:05:08.727" v="854" actId="1076"/>
          <ac:spMkLst>
            <pc:docMk/>
            <pc:sldMk cId="1595534070" sldId="452"/>
            <ac:spMk id="9" creationId="{2FDADD92-4E39-7713-520E-D88B1D53A255}"/>
          </ac:spMkLst>
        </pc:spChg>
        <pc:picChg chg="add del mod">
          <ac:chgData name="Suraj Chopade" userId="S::suraj.chopade@bostoninstituteofanalytics.org::dcc44ee8-6a65-4538-a5e1-c87e14ca7a61" providerId="AD" clId="Web-{A8A5AB48-3311-B43A-3631-9F462C1E44C8}" dt="2023-10-06T11:02:44.612" v="833"/>
          <ac:picMkLst>
            <pc:docMk/>
            <pc:sldMk cId="1595534070" sldId="452"/>
            <ac:picMk id="3" creationId="{3281B23C-98DB-24FA-0BF1-D1FD70E47974}"/>
          </ac:picMkLst>
        </pc:picChg>
        <pc:picChg chg="add del mod modCrop">
          <ac:chgData name="Suraj Chopade" userId="S::suraj.chopade@bostoninstituteofanalytics.org::dcc44ee8-6a65-4538-a5e1-c87e14ca7a61" providerId="AD" clId="Web-{A8A5AB48-3311-B43A-3631-9F462C1E44C8}" dt="2023-10-06T11:04:24.538" v="845"/>
          <ac:picMkLst>
            <pc:docMk/>
            <pc:sldMk cId="1595534070" sldId="452"/>
            <ac:picMk id="4" creationId="{13019247-C240-FA26-56EB-58206266461D}"/>
          </ac:picMkLst>
        </pc:picChg>
        <pc:picChg chg="add mod">
          <ac:chgData name="Suraj Chopade" userId="S::suraj.chopade@bostoninstituteofanalytics.org::dcc44ee8-6a65-4538-a5e1-c87e14ca7a61" providerId="AD" clId="Web-{A8A5AB48-3311-B43A-3631-9F462C1E44C8}" dt="2023-10-06T11:04:56.367" v="853" actId="1076"/>
          <ac:picMkLst>
            <pc:docMk/>
            <pc:sldMk cId="1595534070" sldId="452"/>
            <ac:picMk id="5" creationId="{F516BAE0-4E7C-C893-0745-96E97294631E}"/>
          </ac:picMkLst>
        </pc:picChg>
      </pc:sldChg>
      <pc:sldChg chg="delSp modSp add replId">
        <pc:chgData name="Suraj Chopade" userId="S::suraj.chopade@bostoninstituteofanalytics.org::dcc44ee8-6a65-4538-a5e1-c87e14ca7a61" providerId="AD" clId="Web-{A8A5AB48-3311-B43A-3631-9F462C1E44C8}" dt="2023-10-06T11:10:18.817" v="900" actId="1076"/>
        <pc:sldMkLst>
          <pc:docMk/>
          <pc:sldMk cId="1591311205" sldId="453"/>
        </pc:sldMkLst>
        <pc:spChg chg="mod">
          <ac:chgData name="Suraj Chopade" userId="S::suraj.chopade@bostoninstituteofanalytics.org::dcc44ee8-6a65-4538-a5e1-c87e14ca7a61" providerId="AD" clId="Web-{A8A5AB48-3311-B43A-3631-9F462C1E44C8}" dt="2023-10-06T11:10:18.817" v="900" actId="1076"/>
          <ac:spMkLst>
            <pc:docMk/>
            <pc:sldMk cId="1591311205" sldId="453"/>
            <ac:spMk id="2" creationId="{F7761F45-99CF-5094-8BAE-64DDA34139B5}"/>
          </ac:spMkLst>
        </pc:spChg>
        <pc:spChg chg="mod">
          <ac:chgData name="Suraj Chopade" userId="S::suraj.chopade@bostoninstituteofanalytics.org::dcc44ee8-6a65-4538-a5e1-c87e14ca7a61" providerId="AD" clId="Web-{A8A5AB48-3311-B43A-3631-9F462C1E44C8}" dt="2023-10-06T11:10:02.098" v="894" actId="1076"/>
          <ac:spMkLst>
            <pc:docMk/>
            <pc:sldMk cId="1591311205" sldId="453"/>
            <ac:spMk id="9" creationId="{2FDADD92-4E39-7713-520E-D88B1D53A255}"/>
          </ac:spMkLst>
        </pc:spChg>
        <pc:picChg chg="del">
          <ac:chgData name="Suraj Chopade" userId="S::suraj.chopade@bostoninstituteofanalytics.org::dcc44ee8-6a65-4538-a5e1-c87e14ca7a61" providerId="AD" clId="Web-{A8A5AB48-3311-B43A-3631-9F462C1E44C8}" dt="2023-10-06T11:08:31.282" v="856"/>
          <ac:picMkLst>
            <pc:docMk/>
            <pc:sldMk cId="1591311205" sldId="453"/>
            <ac:picMk id="5" creationId="{F516BAE0-4E7C-C893-0745-96E97294631E}"/>
          </ac:picMkLst>
        </pc:picChg>
      </pc:sldChg>
      <pc:sldChg chg="addSp delSp modSp add replId">
        <pc:chgData name="Suraj Chopade" userId="S::suraj.chopade@bostoninstituteofanalytics.org::dcc44ee8-6a65-4538-a5e1-c87e14ca7a61" providerId="AD" clId="Web-{A8A5AB48-3311-B43A-3631-9F462C1E44C8}" dt="2023-10-06T11:20:33.389" v="1008" actId="1076"/>
        <pc:sldMkLst>
          <pc:docMk/>
          <pc:sldMk cId="2861796006" sldId="454"/>
        </pc:sldMkLst>
        <pc:spChg chg="mod">
          <ac:chgData name="Suraj Chopade" userId="S::suraj.chopade@bostoninstituteofanalytics.org::dcc44ee8-6a65-4538-a5e1-c87e14ca7a61" providerId="AD" clId="Web-{A8A5AB48-3311-B43A-3631-9F462C1E44C8}" dt="2023-10-06T11:20:33.389" v="1008" actId="1076"/>
          <ac:spMkLst>
            <pc:docMk/>
            <pc:sldMk cId="2861796006" sldId="454"/>
            <ac:spMk id="2" creationId="{F7761F45-99CF-5094-8BAE-64DDA34139B5}"/>
          </ac:spMkLst>
        </pc:spChg>
        <pc:spChg chg="add del mod">
          <ac:chgData name="Suraj Chopade" userId="S::suraj.chopade@bostoninstituteofanalytics.org::dcc44ee8-6a65-4538-a5e1-c87e14ca7a61" providerId="AD" clId="Web-{A8A5AB48-3311-B43A-3631-9F462C1E44C8}" dt="2023-10-06T11:19:19.230" v="982"/>
          <ac:spMkLst>
            <pc:docMk/>
            <pc:sldMk cId="2861796006" sldId="454"/>
            <ac:spMk id="5" creationId="{9A378F9A-2043-5BE3-EC44-6521FEBA7EE1}"/>
          </ac:spMkLst>
        </pc:spChg>
        <pc:spChg chg="mod">
          <ac:chgData name="Suraj Chopade" userId="S::suraj.chopade@bostoninstituteofanalytics.org::dcc44ee8-6a65-4538-a5e1-c87e14ca7a61" providerId="AD" clId="Web-{A8A5AB48-3311-B43A-3631-9F462C1E44C8}" dt="2023-10-06T11:11:25.789" v="916" actId="1076"/>
          <ac:spMkLst>
            <pc:docMk/>
            <pc:sldMk cId="2861796006" sldId="454"/>
            <ac:spMk id="9" creationId="{2FDADD92-4E39-7713-520E-D88B1D53A255}"/>
          </ac:spMkLst>
        </pc:spChg>
        <pc:graphicFrameChg chg="add mod modGraphic">
          <ac:chgData name="Suraj Chopade" userId="S::suraj.chopade@bostoninstituteofanalytics.org::dcc44ee8-6a65-4538-a5e1-c87e14ca7a61" providerId="AD" clId="Web-{A8A5AB48-3311-B43A-3631-9F462C1E44C8}" dt="2023-10-06T11:20:26.857" v="1007" actId="1076"/>
          <ac:graphicFrameMkLst>
            <pc:docMk/>
            <pc:sldMk cId="2861796006" sldId="454"/>
            <ac:graphicFrameMk id="4" creationId="{094F84DF-F9CC-9CC8-F08E-B80EB171E9A3}"/>
          </ac:graphicFrameMkLst>
        </pc:graphicFrameChg>
      </pc:sldChg>
      <pc:sldChg chg="addSp delSp modSp add replId">
        <pc:chgData name="Suraj Chopade" userId="S::suraj.chopade@bostoninstituteofanalytics.org::dcc44ee8-6a65-4538-a5e1-c87e14ca7a61" providerId="AD" clId="Web-{A8A5AB48-3311-B43A-3631-9F462C1E44C8}" dt="2023-10-06T11:23:10.129" v="1039" actId="1076"/>
        <pc:sldMkLst>
          <pc:docMk/>
          <pc:sldMk cId="1858385530" sldId="455"/>
        </pc:sldMkLst>
        <pc:spChg chg="del mod">
          <ac:chgData name="Suraj Chopade" userId="S::suraj.chopade@bostoninstituteofanalytics.org::dcc44ee8-6a65-4538-a5e1-c87e14ca7a61" providerId="AD" clId="Web-{A8A5AB48-3311-B43A-3631-9F462C1E44C8}" dt="2023-10-06T11:20:47.780" v="1011"/>
          <ac:spMkLst>
            <pc:docMk/>
            <pc:sldMk cId="1858385530" sldId="455"/>
            <ac:spMk id="2" creationId="{F7761F45-99CF-5094-8BAE-64DDA34139B5}"/>
          </ac:spMkLst>
        </pc:spChg>
        <pc:spChg chg="mod">
          <ac:chgData name="Suraj Chopade" userId="S::suraj.chopade@bostoninstituteofanalytics.org::dcc44ee8-6a65-4538-a5e1-c87e14ca7a61" providerId="AD" clId="Web-{A8A5AB48-3311-B43A-3631-9F462C1E44C8}" dt="2023-10-06T11:22:45.144" v="1038" actId="14100"/>
          <ac:spMkLst>
            <pc:docMk/>
            <pc:sldMk cId="1858385530" sldId="455"/>
            <ac:spMk id="5" creationId="{9A378F9A-2043-5BE3-EC44-6521FEBA7EE1}"/>
          </ac:spMkLst>
        </pc:spChg>
        <pc:graphicFrameChg chg="del">
          <ac:chgData name="Suraj Chopade" userId="S::suraj.chopade@bostoninstituteofanalytics.org::dcc44ee8-6a65-4538-a5e1-c87e14ca7a61" providerId="AD" clId="Web-{A8A5AB48-3311-B43A-3631-9F462C1E44C8}" dt="2023-10-06T11:20:57.280" v="1013"/>
          <ac:graphicFrameMkLst>
            <pc:docMk/>
            <pc:sldMk cId="1858385530" sldId="455"/>
            <ac:graphicFrameMk id="4" creationId="{094F84DF-F9CC-9CC8-F08E-B80EB171E9A3}"/>
          </ac:graphicFrameMkLst>
        </pc:graphicFrameChg>
        <pc:picChg chg="add mod">
          <ac:chgData name="Suraj Chopade" userId="S::suraj.chopade@bostoninstituteofanalytics.org::dcc44ee8-6a65-4538-a5e1-c87e14ca7a61" providerId="AD" clId="Web-{A8A5AB48-3311-B43A-3631-9F462C1E44C8}" dt="2023-10-06T11:23:10.129" v="1039" actId="1076"/>
          <ac:picMkLst>
            <pc:docMk/>
            <pc:sldMk cId="1858385530" sldId="455"/>
            <ac:picMk id="3" creationId="{4932EDBE-A5F0-885D-8F9F-1364A8906F4D}"/>
          </ac:picMkLst>
        </pc:picChg>
      </pc:sldChg>
      <pc:sldChg chg="delSp modSp add replId">
        <pc:chgData name="Suraj Chopade" userId="S::suraj.chopade@bostoninstituteofanalytics.org::dcc44ee8-6a65-4538-a5e1-c87e14ca7a61" providerId="AD" clId="Web-{A8A5AB48-3311-B43A-3631-9F462C1E44C8}" dt="2023-10-06T11:33:30.889" v="1083" actId="1076"/>
        <pc:sldMkLst>
          <pc:docMk/>
          <pc:sldMk cId="1887600283" sldId="456"/>
        </pc:sldMkLst>
        <pc:spChg chg="mod">
          <ac:chgData name="Suraj Chopade" userId="S::suraj.chopade@bostoninstituteofanalytics.org::dcc44ee8-6a65-4538-a5e1-c87e14ca7a61" providerId="AD" clId="Web-{A8A5AB48-3311-B43A-3631-9F462C1E44C8}" dt="2023-10-06T11:33:30.889" v="1083" actId="1076"/>
          <ac:spMkLst>
            <pc:docMk/>
            <pc:sldMk cId="1887600283" sldId="456"/>
            <ac:spMk id="5" creationId="{9A378F9A-2043-5BE3-EC44-6521FEBA7EE1}"/>
          </ac:spMkLst>
        </pc:spChg>
        <pc:spChg chg="mod">
          <ac:chgData name="Suraj Chopade" userId="S::suraj.chopade@bostoninstituteofanalytics.org::dcc44ee8-6a65-4538-a5e1-c87e14ca7a61" providerId="AD" clId="Web-{A8A5AB48-3311-B43A-3631-9F462C1E44C8}" dt="2023-10-06T11:32:04.948" v="1050" actId="1076"/>
          <ac:spMkLst>
            <pc:docMk/>
            <pc:sldMk cId="1887600283" sldId="456"/>
            <ac:spMk id="9" creationId="{2FDADD92-4E39-7713-520E-D88B1D53A255}"/>
          </ac:spMkLst>
        </pc:spChg>
        <pc:picChg chg="del">
          <ac:chgData name="Suraj Chopade" userId="S::suraj.chopade@bostoninstituteofanalytics.org::dcc44ee8-6a65-4538-a5e1-c87e14ca7a61" providerId="AD" clId="Web-{A8A5AB48-3311-B43A-3631-9F462C1E44C8}" dt="2023-10-06T11:32:17.573" v="1051"/>
          <ac:picMkLst>
            <pc:docMk/>
            <pc:sldMk cId="1887600283" sldId="456"/>
            <ac:picMk id="3" creationId="{4932EDBE-A5F0-885D-8F9F-1364A8906F4D}"/>
          </ac:picMkLst>
        </pc:picChg>
      </pc:sldChg>
      <pc:sldChg chg="modSp add replId">
        <pc:chgData name="Suraj Chopade" userId="S::suraj.chopade@bostoninstituteofanalytics.org::dcc44ee8-6a65-4538-a5e1-c87e14ca7a61" providerId="AD" clId="Web-{A8A5AB48-3311-B43A-3631-9F462C1E44C8}" dt="2023-10-06T11:36:22.005" v="1131" actId="14100"/>
        <pc:sldMkLst>
          <pc:docMk/>
          <pc:sldMk cId="712815863" sldId="457"/>
        </pc:sldMkLst>
        <pc:spChg chg="mod">
          <ac:chgData name="Suraj Chopade" userId="S::suraj.chopade@bostoninstituteofanalytics.org::dcc44ee8-6a65-4538-a5e1-c87e14ca7a61" providerId="AD" clId="Web-{A8A5AB48-3311-B43A-3631-9F462C1E44C8}" dt="2023-10-06T11:34:39.329" v="1099" actId="20577"/>
          <ac:spMkLst>
            <pc:docMk/>
            <pc:sldMk cId="712815863" sldId="457"/>
            <ac:spMk id="5" creationId="{9A378F9A-2043-5BE3-EC44-6521FEBA7EE1}"/>
          </ac:spMkLst>
        </pc:spChg>
        <pc:spChg chg="mod">
          <ac:chgData name="Suraj Chopade" userId="S::suraj.chopade@bostoninstituteofanalytics.org::dcc44ee8-6a65-4538-a5e1-c87e14ca7a61" providerId="AD" clId="Web-{A8A5AB48-3311-B43A-3631-9F462C1E44C8}" dt="2023-10-06T11:36:22.005" v="1131" actId="14100"/>
          <ac:spMkLst>
            <pc:docMk/>
            <pc:sldMk cId="712815863" sldId="457"/>
            <ac:spMk id="9" creationId="{2FDADD92-4E39-7713-520E-D88B1D53A255}"/>
          </ac:spMkLst>
        </pc:spChg>
      </pc:sldChg>
      <pc:sldChg chg="addSp delSp modSp add replId">
        <pc:chgData name="Suraj Chopade" userId="S::suraj.chopade@bostoninstituteofanalytics.org::dcc44ee8-6a65-4538-a5e1-c87e14ca7a61" providerId="AD" clId="Web-{A8A5AB48-3311-B43A-3631-9F462C1E44C8}" dt="2023-10-06T11:41:53.174" v="1139" actId="20577"/>
        <pc:sldMkLst>
          <pc:docMk/>
          <pc:sldMk cId="1830708" sldId="458"/>
        </pc:sldMkLst>
        <pc:spChg chg="add del mod">
          <ac:chgData name="Suraj Chopade" userId="S::suraj.chopade@bostoninstituteofanalytics.org::dcc44ee8-6a65-4538-a5e1-c87e14ca7a61" providerId="AD" clId="Web-{A8A5AB48-3311-B43A-3631-9F462C1E44C8}" dt="2023-10-06T11:36:36.115" v="1136"/>
          <ac:spMkLst>
            <pc:docMk/>
            <pc:sldMk cId="1830708" sldId="458"/>
            <ac:spMk id="2" creationId="{82E4D020-C4C2-62DA-8C4F-EEA27AF39A3A}"/>
          </ac:spMkLst>
        </pc:spChg>
        <pc:spChg chg="add">
          <ac:chgData name="Suraj Chopade" userId="S::suraj.chopade@bostoninstituteofanalytics.org::dcc44ee8-6a65-4538-a5e1-c87e14ca7a61" providerId="AD" clId="Web-{A8A5AB48-3311-B43A-3631-9F462C1E44C8}" dt="2023-10-06T11:36:42.584" v="1137"/>
          <ac:spMkLst>
            <pc:docMk/>
            <pc:sldMk cId="1830708" sldId="458"/>
            <ac:spMk id="4" creationId="{24019B7A-CFB9-1C55-E819-F70D6D717C91}"/>
          </ac:spMkLst>
        </pc:spChg>
        <pc:spChg chg="mod">
          <ac:chgData name="Suraj Chopade" userId="S::suraj.chopade@bostoninstituteofanalytics.org::dcc44ee8-6a65-4538-a5e1-c87e14ca7a61" providerId="AD" clId="Web-{A8A5AB48-3311-B43A-3631-9F462C1E44C8}" dt="2023-10-06T11:41:53.174" v="1139" actId="20577"/>
          <ac:spMkLst>
            <pc:docMk/>
            <pc:sldMk cId="1830708" sldId="458"/>
            <ac:spMk id="5" creationId="{9A378F9A-2043-5BE3-EC44-6521FEBA7EE1}"/>
          </ac:spMkLst>
        </pc:spChg>
        <pc:spChg chg="del">
          <ac:chgData name="Suraj Chopade" userId="S::suraj.chopade@bostoninstituteofanalytics.org::dcc44ee8-6a65-4538-a5e1-c87e14ca7a61" providerId="AD" clId="Web-{A8A5AB48-3311-B43A-3631-9F462C1E44C8}" dt="2023-10-06T11:36:27.255" v="1132"/>
          <ac:spMkLst>
            <pc:docMk/>
            <pc:sldMk cId="1830708" sldId="458"/>
            <ac:spMk id="9" creationId="{2FDADD92-4E39-7713-520E-D88B1D53A255}"/>
          </ac:spMkLst>
        </pc:spChg>
      </pc:sldChg>
      <pc:sldChg chg="add del replId">
        <pc:chgData name="Suraj Chopade" userId="S::suraj.chopade@bostoninstituteofanalytics.org::dcc44ee8-6a65-4538-a5e1-c87e14ca7a61" providerId="AD" clId="Web-{A8A5AB48-3311-B43A-3631-9F462C1E44C8}" dt="2023-10-06T11:42:15.363" v="1141"/>
        <pc:sldMkLst>
          <pc:docMk/>
          <pc:sldMk cId="3562238873" sldId="459"/>
        </pc:sldMkLst>
      </pc:sldChg>
      <pc:sldChg chg="addSp modSp add replId">
        <pc:chgData name="Suraj Chopade" userId="S::suraj.chopade@bostoninstituteofanalytics.org::dcc44ee8-6a65-4538-a5e1-c87e14ca7a61" providerId="AD" clId="Web-{A8A5AB48-3311-B43A-3631-9F462C1E44C8}" dt="2023-10-06T12:11:07.479" v="1313" actId="20577"/>
        <pc:sldMkLst>
          <pc:docMk/>
          <pc:sldMk cId="2059826743" sldId="460"/>
        </pc:sldMkLst>
        <pc:spChg chg="add mod">
          <ac:chgData name="Suraj Chopade" userId="S::suraj.chopade@bostoninstituteofanalytics.org::dcc44ee8-6a65-4538-a5e1-c87e14ca7a61" providerId="AD" clId="Web-{A8A5AB48-3311-B43A-3631-9F462C1E44C8}" dt="2023-10-06T11:49:49.537" v="1192" actId="1076"/>
          <ac:spMkLst>
            <pc:docMk/>
            <pc:sldMk cId="2059826743" sldId="460"/>
            <ac:spMk id="3" creationId="{AB031079-3BE0-5D30-3308-9AD7955FEC46}"/>
          </ac:spMkLst>
        </pc:spChg>
        <pc:spChg chg="mod">
          <ac:chgData name="Suraj Chopade" userId="S::suraj.chopade@bostoninstituteofanalytics.org::dcc44ee8-6a65-4538-a5e1-c87e14ca7a61" providerId="AD" clId="Web-{A8A5AB48-3311-B43A-3631-9F462C1E44C8}" dt="2023-10-06T12:11:07.479" v="1313" actId="20577"/>
          <ac:spMkLst>
            <pc:docMk/>
            <pc:sldMk cId="2059826743" sldId="460"/>
            <ac:spMk id="4" creationId="{24019B7A-CFB9-1C55-E819-F70D6D717C91}"/>
          </ac:spMkLst>
        </pc:spChg>
        <pc:spChg chg="mod">
          <ac:chgData name="Suraj Chopade" userId="S::suraj.chopade@bostoninstituteofanalytics.org::dcc44ee8-6a65-4538-a5e1-c87e14ca7a61" providerId="AD" clId="Web-{A8A5AB48-3311-B43A-3631-9F462C1E44C8}" dt="2023-10-06T11:50:09.726" v="1199" actId="14100"/>
          <ac:spMkLst>
            <pc:docMk/>
            <pc:sldMk cId="2059826743" sldId="460"/>
            <ac:spMk id="5" creationId="{9A378F9A-2043-5BE3-EC44-6521FEBA7EE1}"/>
          </ac:spMkLst>
        </pc:spChg>
        <pc:picChg chg="add mod">
          <ac:chgData name="Suraj Chopade" userId="S::suraj.chopade@bostoninstituteofanalytics.org::dcc44ee8-6a65-4538-a5e1-c87e14ca7a61" providerId="AD" clId="Web-{A8A5AB48-3311-B43A-3631-9F462C1E44C8}" dt="2023-10-06T11:49:53.538" v="1193" actId="1076"/>
          <ac:picMkLst>
            <pc:docMk/>
            <pc:sldMk cId="2059826743" sldId="460"/>
            <ac:picMk id="2" creationId="{3FB9CDC4-B2C6-91C5-3DBB-B2CD94A6F5E2}"/>
          </ac:picMkLst>
        </pc:picChg>
      </pc:sldChg>
      <pc:sldChg chg="addSp delSp modSp add ord replId">
        <pc:chgData name="Suraj Chopade" userId="S::suraj.chopade@bostoninstituteofanalytics.org::dcc44ee8-6a65-4538-a5e1-c87e14ca7a61" providerId="AD" clId="Web-{A8A5AB48-3311-B43A-3631-9F462C1E44C8}" dt="2023-10-06T12:21:02.582" v="1435"/>
        <pc:sldMkLst>
          <pc:docMk/>
          <pc:sldMk cId="702833047" sldId="461"/>
        </pc:sldMkLst>
        <pc:spChg chg="del">
          <ac:chgData name="Suraj Chopade" userId="S::suraj.chopade@bostoninstituteofanalytics.org::dcc44ee8-6a65-4538-a5e1-c87e14ca7a61" providerId="AD" clId="Web-{A8A5AB48-3311-B43A-3631-9F462C1E44C8}" dt="2023-10-06T11:51:28.213" v="1203"/>
          <ac:spMkLst>
            <pc:docMk/>
            <pc:sldMk cId="702833047" sldId="461"/>
            <ac:spMk id="3" creationId="{AB031079-3BE0-5D30-3308-9AD7955FEC46}"/>
          </ac:spMkLst>
        </pc:spChg>
        <pc:spChg chg="mod">
          <ac:chgData name="Suraj Chopade" userId="S::suraj.chopade@bostoninstituteofanalytics.org::dcc44ee8-6a65-4538-a5e1-c87e14ca7a61" providerId="AD" clId="Web-{A8A5AB48-3311-B43A-3631-9F462C1E44C8}" dt="2023-10-06T12:11:13.433" v="1315" actId="20577"/>
          <ac:spMkLst>
            <pc:docMk/>
            <pc:sldMk cId="702833047" sldId="461"/>
            <ac:spMk id="4" creationId="{24019B7A-CFB9-1C55-E819-F70D6D717C91}"/>
          </ac:spMkLst>
        </pc:spChg>
        <pc:spChg chg="mod">
          <ac:chgData name="Suraj Chopade" userId="S::suraj.chopade@bostoninstituteofanalytics.org::dcc44ee8-6a65-4538-a5e1-c87e14ca7a61" providerId="AD" clId="Web-{A8A5AB48-3311-B43A-3631-9F462C1E44C8}" dt="2023-10-06T12:19:42.547" v="1397" actId="1076"/>
          <ac:spMkLst>
            <pc:docMk/>
            <pc:sldMk cId="702833047" sldId="461"/>
            <ac:spMk id="5" creationId="{9A378F9A-2043-5BE3-EC44-6521FEBA7EE1}"/>
          </ac:spMkLst>
        </pc:spChg>
        <pc:graphicFrameChg chg="add mod modGraphic">
          <ac:chgData name="Suraj Chopade" userId="S::suraj.chopade@bostoninstituteofanalytics.org::dcc44ee8-6a65-4538-a5e1-c87e14ca7a61" providerId="AD" clId="Web-{A8A5AB48-3311-B43A-3631-9F462C1E44C8}" dt="2023-10-06T12:21:02.582" v="1435"/>
          <ac:graphicFrameMkLst>
            <pc:docMk/>
            <pc:sldMk cId="702833047" sldId="461"/>
            <ac:graphicFrameMk id="8" creationId="{79B7F451-491C-2BD7-1C22-FF4C9D86A94A}"/>
          </ac:graphicFrameMkLst>
        </pc:graphicFrameChg>
        <pc:picChg chg="del">
          <ac:chgData name="Suraj Chopade" userId="S::suraj.chopade@bostoninstituteofanalytics.org::dcc44ee8-6a65-4538-a5e1-c87e14ca7a61" providerId="AD" clId="Web-{A8A5AB48-3311-B43A-3631-9F462C1E44C8}" dt="2023-10-06T11:51:24.776" v="1202"/>
          <ac:picMkLst>
            <pc:docMk/>
            <pc:sldMk cId="702833047" sldId="461"/>
            <ac:picMk id="2" creationId="{3FB9CDC4-B2C6-91C5-3DBB-B2CD94A6F5E2}"/>
          </ac:picMkLst>
        </pc:picChg>
        <pc:picChg chg="add del mod">
          <ac:chgData name="Suraj Chopade" userId="S::suraj.chopade@bostoninstituteofanalytics.org::dcc44ee8-6a65-4538-a5e1-c87e14ca7a61" providerId="AD" clId="Web-{A8A5AB48-3311-B43A-3631-9F462C1E44C8}" dt="2023-10-06T12:20:14.533" v="1413"/>
          <ac:picMkLst>
            <pc:docMk/>
            <pc:sldMk cId="702833047" sldId="461"/>
            <ac:picMk id="9" creationId="{BAD1E9C0-EECE-0722-47C6-5D80C3179E38}"/>
          </ac:picMkLst>
        </pc:picChg>
      </pc:sldChg>
      <pc:sldChg chg="delSp modSp add replId">
        <pc:chgData name="Suraj Chopade" userId="S::suraj.chopade@bostoninstituteofanalytics.org::dcc44ee8-6a65-4538-a5e1-c87e14ca7a61" providerId="AD" clId="Web-{A8A5AB48-3311-B43A-3631-9F462C1E44C8}" dt="2023-10-06T12:16:37.227" v="1364" actId="20577"/>
        <pc:sldMkLst>
          <pc:docMk/>
          <pc:sldMk cId="4117235266" sldId="462"/>
        </pc:sldMkLst>
        <pc:spChg chg="mod">
          <ac:chgData name="Suraj Chopade" userId="S::suraj.chopade@bostoninstituteofanalytics.org::dcc44ee8-6a65-4538-a5e1-c87e14ca7a61" providerId="AD" clId="Web-{A8A5AB48-3311-B43A-3631-9F462C1E44C8}" dt="2023-10-06T12:16:37.227" v="1364" actId="20577"/>
          <ac:spMkLst>
            <pc:docMk/>
            <pc:sldMk cId="4117235266" sldId="462"/>
            <ac:spMk id="5" creationId="{9A378F9A-2043-5BE3-EC44-6521FEBA7EE1}"/>
          </ac:spMkLst>
        </pc:spChg>
        <pc:graphicFrameChg chg="del">
          <ac:chgData name="Suraj Chopade" userId="S::suraj.chopade@bostoninstituteofanalytics.org::dcc44ee8-6a65-4538-a5e1-c87e14ca7a61" providerId="AD" clId="Web-{A8A5AB48-3311-B43A-3631-9F462C1E44C8}" dt="2023-10-06T12:12:12.638" v="1321"/>
          <ac:graphicFrameMkLst>
            <pc:docMk/>
            <pc:sldMk cId="4117235266" sldId="462"/>
            <ac:graphicFrameMk id="8" creationId="{79B7F451-491C-2BD7-1C22-FF4C9D86A94A}"/>
          </ac:graphicFrameMkLst>
        </pc:graphicFrameChg>
      </pc:sldChg>
      <pc:sldChg chg="delSp modSp add replId">
        <pc:chgData name="Suraj Chopade" userId="S::suraj.chopade@bostoninstituteofanalytics.org::dcc44ee8-6a65-4538-a5e1-c87e14ca7a61" providerId="AD" clId="Web-{A8A5AB48-3311-B43A-3631-9F462C1E44C8}" dt="2023-10-06T12:24:03.699" v="1462" actId="1076"/>
        <pc:sldMkLst>
          <pc:docMk/>
          <pc:sldMk cId="3850761227" sldId="463"/>
        </pc:sldMkLst>
        <pc:spChg chg="mod">
          <ac:chgData name="Suraj Chopade" userId="S::suraj.chopade@bostoninstituteofanalytics.org::dcc44ee8-6a65-4538-a5e1-c87e14ca7a61" providerId="AD" clId="Web-{A8A5AB48-3311-B43A-3631-9F462C1E44C8}" dt="2023-10-06T12:24:03.699" v="1462" actId="1076"/>
          <ac:spMkLst>
            <pc:docMk/>
            <pc:sldMk cId="3850761227" sldId="463"/>
            <ac:spMk id="5" creationId="{9A378F9A-2043-5BE3-EC44-6521FEBA7EE1}"/>
          </ac:spMkLst>
        </pc:spChg>
        <pc:graphicFrameChg chg="del">
          <ac:chgData name="Suraj Chopade" userId="S::suraj.chopade@bostoninstituteofanalytics.org::dcc44ee8-6a65-4538-a5e1-c87e14ca7a61" providerId="AD" clId="Web-{A8A5AB48-3311-B43A-3631-9F462C1E44C8}" dt="2023-10-06T12:22:17.694" v="1439"/>
          <ac:graphicFrameMkLst>
            <pc:docMk/>
            <pc:sldMk cId="3850761227" sldId="463"/>
            <ac:graphicFrameMk id="8" creationId="{79B7F451-491C-2BD7-1C22-FF4C9D86A94A}"/>
          </ac:graphicFrameMkLst>
        </pc:graphicFrameChg>
      </pc:sldChg>
      <pc:sldChg chg="addSp delSp modSp add replId">
        <pc:chgData name="Suraj Chopade" userId="S::suraj.chopade@bostoninstituteofanalytics.org::dcc44ee8-6a65-4538-a5e1-c87e14ca7a61" providerId="AD" clId="Web-{A8A5AB48-3311-B43A-3631-9F462C1E44C8}" dt="2023-10-06T12:28:37.616" v="1494" actId="14100"/>
        <pc:sldMkLst>
          <pc:docMk/>
          <pc:sldMk cId="835093248" sldId="464"/>
        </pc:sldMkLst>
        <pc:spChg chg="mod">
          <ac:chgData name="Suraj Chopade" userId="S::suraj.chopade@bostoninstituteofanalytics.org::dcc44ee8-6a65-4538-a5e1-c87e14ca7a61" providerId="AD" clId="Web-{A8A5AB48-3311-B43A-3631-9F462C1E44C8}" dt="2023-10-06T12:27:09.613" v="1485" actId="1076"/>
          <ac:spMkLst>
            <pc:docMk/>
            <pc:sldMk cId="835093248" sldId="464"/>
            <ac:spMk id="5" creationId="{9A378F9A-2043-5BE3-EC44-6521FEBA7EE1}"/>
          </ac:spMkLst>
        </pc:spChg>
        <pc:picChg chg="add del mod">
          <ac:chgData name="Suraj Chopade" userId="S::suraj.chopade@bostoninstituteofanalytics.org::dcc44ee8-6a65-4538-a5e1-c87e14ca7a61" providerId="AD" clId="Web-{A8A5AB48-3311-B43A-3631-9F462C1E44C8}" dt="2023-10-06T12:28:22.444" v="1489"/>
          <ac:picMkLst>
            <pc:docMk/>
            <pc:sldMk cId="835093248" sldId="464"/>
            <ac:picMk id="2" creationId="{6187B1F1-882E-D8D4-BE9C-D0B266E58E9D}"/>
          </ac:picMkLst>
        </pc:picChg>
        <pc:picChg chg="add mod">
          <ac:chgData name="Suraj Chopade" userId="S::suraj.chopade@bostoninstituteofanalytics.org::dcc44ee8-6a65-4538-a5e1-c87e14ca7a61" providerId="AD" clId="Web-{A8A5AB48-3311-B43A-3631-9F462C1E44C8}" dt="2023-10-06T12:28:37.616" v="1494" actId="14100"/>
          <ac:picMkLst>
            <pc:docMk/>
            <pc:sldMk cId="835093248" sldId="464"/>
            <ac:picMk id="3" creationId="{7DB8BA04-E16A-6EA0-F03D-D0DE43E0A514}"/>
          </ac:picMkLst>
        </pc:picChg>
      </pc:sldChg>
      <pc:sldChg chg="addSp delSp modSp add replId">
        <pc:chgData name="Suraj Chopade" userId="S::suraj.chopade@bostoninstituteofanalytics.org::dcc44ee8-6a65-4538-a5e1-c87e14ca7a61" providerId="AD" clId="Web-{A8A5AB48-3311-B43A-3631-9F462C1E44C8}" dt="2023-10-06T12:33:22.909" v="1584" actId="20577"/>
        <pc:sldMkLst>
          <pc:docMk/>
          <pc:sldMk cId="1494545723" sldId="465"/>
        </pc:sldMkLst>
        <pc:spChg chg="mod">
          <ac:chgData name="Suraj Chopade" userId="S::suraj.chopade@bostoninstituteofanalytics.org::dcc44ee8-6a65-4538-a5e1-c87e14ca7a61" providerId="AD" clId="Web-{A8A5AB48-3311-B43A-3631-9F462C1E44C8}" dt="2023-10-06T12:33:22.909" v="1584" actId="20577"/>
          <ac:spMkLst>
            <pc:docMk/>
            <pc:sldMk cId="1494545723" sldId="465"/>
            <ac:spMk id="5" creationId="{9A378F9A-2043-5BE3-EC44-6521FEBA7EE1}"/>
          </ac:spMkLst>
        </pc:spChg>
        <pc:picChg chg="add del mod">
          <ac:chgData name="Suraj Chopade" userId="S::suraj.chopade@bostoninstituteofanalytics.org::dcc44ee8-6a65-4538-a5e1-c87e14ca7a61" providerId="AD" clId="Web-{A8A5AB48-3311-B43A-3631-9F462C1E44C8}" dt="2023-10-06T12:32:31.548" v="1551"/>
          <ac:picMkLst>
            <pc:docMk/>
            <pc:sldMk cId="1494545723" sldId="465"/>
            <ac:picMk id="2" creationId="{91D494F2-7DC6-3A89-53B4-3DE4135868A7}"/>
          </ac:picMkLst>
        </pc:picChg>
        <pc:picChg chg="del">
          <ac:chgData name="Suraj Chopade" userId="S::suraj.chopade@bostoninstituteofanalytics.org::dcc44ee8-6a65-4538-a5e1-c87e14ca7a61" providerId="AD" clId="Web-{A8A5AB48-3311-B43A-3631-9F462C1E44C8}" dt="2023-10-06T12:29:55.635" v="1505"/>
          <ac:picMkLst>
            <pc:docMk/>
            <pc:sldMk cId="1494545723" sldId="465"/>
            <ac:picMk id="3" creationId="{7DB8BA04-E16A-6EA0-F03D-D0DE43E0A514}"/>
          </ac:picMkLst>
        </pc:picChg>
      </pc:sldChg>
      <pc:sldChg chg="add del replId">
        <pc:chgData name="Suraj Chopade" userId="S::suraj.chopade@bostoninstituteofanalytics.org::dcc44ee8-6a65-4538-a5e1-c87e14ca7a61" providerId="AD" clId="Web-{A8A5AB48-3311-B43A-3631-9F462C1E44C8}" dt="2023-10-06T12:25:41.406" v="1467"/>
        <pc:sldMkLst>
          <pc:docMk/>
          <pc:sldMk cId="2164602217" sldId="465"/>
        </pc:sldMkLst>
      </pc:sldChg>
      <pc:sldChg chg="modSp add replId">
        <pc:chgData name="Suraj Chopade" userId="S::suraj.chopade@bostoninstituteofanalytics.org::dcc44ee8-6a65-4538-a5e1-c87e14ca7a61" providerId="AD" clId="Web-{A8A5AB48-3311-B43A-3631-9F462C1E44C8}" dt="2023-10-06T12:36:15.322" v="1613" actId="1076"/>
        <pc:sldMkLst>
          <pc:docMk/>
          <pc:sldMk cId="2989528000" sldId="466"/>
        </pc:sldMkLst>
        <pc:spChg chg="mod">
          <ac:chgData name="Suraj Chopade" userId="S::suraj.chopade@bostoninstituteofanalytics.org::dcc44ee8-6a65-4538-a5e1-c87e14ca7a61" providerId="AD" clId="Web-{A8A5AB48-3311-B43A-3631-9F462C1E44C8}" dt="2023-10-06T12:35:25.883" v="1593" actId="1076"/>
          <ac:spMkLst>
            <pc:docMk/>
            <pc:sldMk cId="2989528000" sldId="466"/>
            <ac:spMk id="4" creationId="{24019B7A-CFB9-1C55-E819-F70D6D717C91}"/>
          </ac:spMkLst>
        </pc:spChg>
        <pc:spChg chg="mod">
          <ac:chgData name="Suraj Chopade" userId="S::suraj.chopade@bostoninstituteofanalytics.org::dcc44ee8-6a65-4538-a5e1-c87e14ca7a61" providerId="AD" clId="Web-{A8A5AB48-3311-B43A-3631-9F462C1E44C8}" dt="2023-10-06T12:36:15.322" v="1613" actId="1076"/>
          <ac:spMkLst>
            <pc:docMk/>
            <pc:sldMk cId="2989528000" sldId="466"/>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2:46:29.800" v="1700" actId="20577"/>
        <pc:sldMkLst>
          <pc:docMk/>
          <pc:sldMk cId="2616984097" sldId="467"/>
        </pc:sldMkLst>
        <pc:spChg chg="mod">
          <ac:chgData name="Suraj Chopade" userId="S::suraj.chopade@bostoninstituteofanalytics.org::dcc44ee8-6a65-4538-a5e1-c87e14ca7a61" providerId="AD" clId="Web-{A8A5AB48-3311-B43A-3631-9F462C1E44C8}" dt="2023-10-06T12:46:29.800" v="1700" actId="20577"/>
          <ac:spMkLst>
            <pc:docMk/>
            <pc:sldMk cId="2616984097" sldId="467"/>
            <ac:spMk id="5" creationId="{9A378F9A-2043-5BE3-EC44-6521FEBA7EE1}"/>
          </ac:spMkLst>
        </pc:spChg>
      </pc:sldChg>
      <pc:sldChg chg="addSp delSp modSp add ord replId modNotes">
        <pc:chgData name="Suraj Chopade" userId="S::suraj.chopade@bostoninstituteofanalytics.org::dcc44ee8-6a65-4538-a5e1-c87e14ca7a61" providerId="AD" clId="Web-{A8A5AB48-3311-B43A-3631-9F462C1E44C8}" dt="2023-10-06T12:58:32.251" v="1864"/>
        <pc:sldMkLst>
          <pc:docMk/>
          <pc:sldMk cId="216333241" sldId="468"/>
        </pc:sldMkLst>
        <pc:spChg chg="del">
          <ac:chgData name="Suraj Chopade" userId="S::suraj.chopade@bostoninstituteofanalytics.org::dcc44ee8-6a65-4538-a5e1-c87e14ca7a61" providerId="AD" clId="Web-{A8A5AB48-3311-B43A-3631-9F462C1E44C8}" dt="2023-10-06T12:46:43.707" v="1702"/>
          <ac:spMkLst>
            <pc:docMk/>
            <pc:sldMk cId="216333241" sldId="468"/>
            <ac:spMk id="5" creationId="{9A378F9A-2043-5BE3-EC44-6521FEBA7EE1}"/>
          </ac:spMkLst>
        </pc:spChg>
        <pc:picChg chg="add mod">
          <ac:chgData name="Suraj Chopade" userId="S::suraj.chopade@bostoninstituteofanalytics.org::dcc44ee8-6a65-4538-a5e1-c87e14ca7a61" providerId="AD" clId="Web-{A8A5AB48-3311-B43A-3631-9F462C1E44C8}" dt="2023-10-06T12:47:44.163" v="1712" actId="14100"/>
          <ac:picMkLst>
            <pc:docMk/>
            <pc:sldMk cId="216333241" sldId="468"/>
            <ac:picMk id="2" creationId="{FF6697A2-8FE6-D245-5CDE-245F97B31418}"/>
          </ac:picMkLst>
        </pc:picChg>
      </pc:sldChg>
      <pc:sldChg chg="modSp add del replId">
        <pc:chgData name="Suraj Chopade" userId="S::suraj.chopade@bostoninstituteofanalytics.org::dcc44ee8-6a65-4538-a5e1-c87e14ca7a61" providerId="AD" clId="Web-{A8A5AB48-3311-B43A-3631-9F462C1E44C8}" dt="2023-10-06T12:54:40.398" v="1794" actId="20577"/>
        <pc:sldMkLst>
          <pc:docMk/>
          <pc:sldMk cId="1610639289" sldId="469"/>
        </pc:sldMkLst>
        <pc:spChg chg="mod">
          <ac:chgData name="Suraj Chopade" userId="S::suraj.chopade@bostoninstituteofanalytics.org::dcc44ee8-6a65-4538-a5e1-c87e14ca7a61" providerId="AD" clId="Web-{A8A5AB48-3311-B43A-3631-9F462C1E44C8}" dt="2023-10-06T12:54:40.398" v="1794" actId="20577"/>
          <ac:spMkLst>
            <pc:docMk/>
            <pc:sldMk cId="1610639289" sldId="469"/>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2:56:21.246" v="1826" actId="20577"/>
        <pc:sldMkLst>
          <pc:docMk/>
          <pc:sldMk cId="1739691860" sldId="470"/>
        </pc:sldMkLst>
        <pc:spChg chg="mod">
          <ac:chgData name="Suraj Chopade" userId="S::suraj.chopade@bostoninstituteofanalytics.org::dcc44ee8-6a65-4538-a5e1-c87e14ca7a61" providerId="AD" clId="Web-{A8A5AB48-3311-B43A-3631-9F462C1E44C8}" dt="2023-10-06T12:56:21.246" v="1826" actId="20577"/>
          <ac:spMkLst>
            <pc:docMk/>
            <pc:sldMk cId="1739691860" sldId="470"/>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2:57:55.468" v="1863" actId="20577"/>
        <pc:sldMkLst>
          <pc:docMk/>
          <pc:sldMk cId="3125042556" sldId="471"/>
        </pc:sldMkLst>
        <pc:spChg chg="mod">
          <ac:chgData name="Suraj Chopade" userId="S::suraj.chopade@bostoninstituteofanalytics.org::dcc44ee8-6a65-4538-a5e1-c87e14ca7a61" providerId="AD" clId="Web-{A8A5AB48-3311-B43A-3631-9F462C1E44C8}" dt="2023-10-06T12:57:55.468" v="1863" actId="20577"/>
          <ac:spMkLst>
            <pc:docMk/>
            <pc:sldMk cId="3125042556" sldId="471"/>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04:29.906" v="1885" actId="1076"/>
        <pc:sldMkLst>
          <pc:docMk/>
          <pc:sldMk cId="153477659" sldId="472"/>
        </pc:sldMkLst>
        <pc:spChg chg="mod">
          <ac:chgData name="Suraj Chopade" userId="S::suraj.chopade@bostoninstituteofanalytics.org::dcc44ee8-6a65-4538-a5e1-c87e14ca7a61" providerId="AD" clId="Web-{A8A5AB48-3311-B43A-3631-9F462C1E44C8}" dt="2023-10-06T13:04:14.921" v="1884" actId="1076"/>
          <ac:spMkLst>
            <pc:docMk/>
            <pc:sldMk cId="153477659" sldId="472"/>
            <ac:spMk id="4" creationId="{24019B7A-CFB9-1C55-E819-F70D6D717C91}"/>
          </ac:spMkLst>
        </pc:spChg>
        <pc:spChg chg="mod">
          <ac:chgData name="Suraj Chopade" userId="S::suraj.chopade@bostoninstituteofanalytics.org::dcc44ee8-6a65-4538-a5e1-c87e14ca7a61" providerId="AD" clId="Web-{A8A5AB48-3311-B43A-3631-9F462C1E44C8}" dt="2023-10-06T13:04:29.906" v="1885" actId="1076"/>
          <ac:spMkLst>
            <pc:docMk/>
            <pc:sldMk cId="153477659" sldId="472"/>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09:47.044" v="1945" actId="20577"/>
        <pc:sldMkLst>
          <pc:docMk/>
          <pc:sldMk cId="3663966234" sldId="473"/>
        </pc:sldMkLst>
        <pc:spChg chg="mod">
          <ac:chgData name="Suraj Chopade" userId="S::suraj.chopade@bostoninstituteofanalytics.org::dcc44ee8-6a65-4538-a5e1-c87e14ca7a61" providerId="AD" clId="Web-{A8A5AB48-3311-B43A-3631-9F462C1E44C8}" dt="2023-10-06T13:09:47.044" v="1945" actId="20577"/>
          <ac:spMkLst>
            <pc:docMk/>
            <pc:sldMk cId="3663966234" sldId="473"/>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12:29.238" v="2008" actId="1076"/>
        <pc:sldMkLst>
          <pc:docMk/>
          <pc:sldMk cId="2092177511" sldId="474"/>
        </pc:sldMkLst>
        <pc:spChg chg="mod">
          <ac:chgData name="Suraj Chopade" userId="S::suraj.chopade@bostoninstituteofanalytics.org::dcc44ee8-6a65-4538-a5e1-c87e14ca7a61" providerId="AD" clId="Web-{A8A5AB48-3311-B43A-3631-9F462C1E44C8}" dt="2023-10-06T13:12:29.238" v="2008" actId="1076"/>
          <ac:spMkLst>
            <pc:docMk/>
            <pc:sldMk cId="2092177511" sldId="474"/>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13:07.536" v="2022" actId="20577"/>
        <pc:sldMkLst>
          <pc:docMk/>
          <pc:sldMk cId="3546852592" sldId="475"/>
        </pc:sldMkLst>
        <pc:spChg chg="mod">
          <ac:chgData name="Suraj Chopade" userId="S::suraj.chopade@bostoninstituteofanalytics.org::dcc44ee8-6a65-4538-a5e1-c87e14ca7a61" providerId="AD" clId="Web-{A8A5AB48-3311-B43A-3631-9F462C1E44C8}" dt="2023-10-06T13:13:07.536" v="2022" actId="20577"/>
          <ac:spMkLst>
            <pc:docMk/>
            <pc:sldMk cId="3546852592" sldId="475"/>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15:59.402" v="2089" actId="1076"/>
        <pc:sldMkLst>
          <pc:docMk/>
          <pc:sldMk cId="424723153" sldId="476"/>
        </pc:sldMkLst>
        <pc:spChg chg="mod">
          <ac:chgData name="Suraj Chopade" userId="S::suraj.chopade@bostoninstituteofanalytics.org::dcc44ee8-6a65-4538-a5e1-c87e14ca7a61" providerId="AD" clId="Web-{A8A5AB48-3311-B43A-3631-9F462C1E44C8}" dt="2023-10-06T13:15:59.402" v="2089" actId="1076"/>
          <ac:spMkLst>
            <pc:docMk/>
            <pc:sldMk cId="424723153" sldId="476"/>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17:09.358" v="2111" actId="20577"/>
        <pc:sldMkLst>
          <pc:docMk/>
          <pc:sldMk cId="1108611396" sldId="477"/>
        </pc:sldMkLst>
        <pc:spChg chg="mod">
          <ac:chgData name="Suraj Chopade" userId="S::suraj.chopade@bostoninstituteofanalytics.org::dcc44ee8-6a65-4538-a5e1-c87e14ca7a61" providerId="AD" clId="Web-{A8A5AB48-3311-B43A-3631-9F462C1E44C8}" dt="2023-10-06T13:17:09.358" v="2111" actId="20577"/>
          <ac:spMkLst>
            <pc:docMk/>
            <pc:sldMk cId="1108611396" sldId="477"/>
            <ac:spMk id="5" creationId="{9A378F9A-2043-5BE3-EC44-6521FEBA7EE1}"/>
          </ac:spMkLst>
        </pc:spChg>
      </pc:sldChg>
      <pc:sldChg chg="add del replId">
        <pc:chgData name="Suraj Chopade" userId="S::suraj.chopade@bostoninstituteofanalytics.org::dcc44ee8-6a65-4538-a5e1-c87e14ca7a61" providerId="AD" clId="Web-{A8A5AB48-3311-B43A-3631-9F462C1E44C8}" dt="2023-10-06T13:13:23.349" v="2027"/>
        <pc:sldMkLst>
          <pc:docMk/>
          <pc:sldMk cId="3436897958" sldId="477"/>
        </pc:sldMkLst>
      </pc:sldChg>
      <pc:sldChg chg="modSp add replId">
        <pc:chgData name="Suraj Chopade" userId="S::suraj.chopade@bostoninstituteofanalytics.org::dcc44ee8-6a65-4538-a5e1-c87e14ca7a61" providerId="AD" clId="Web-{A8A5AB48-3311-B43A-3631-9F462C1E44C8}" dt="2023-10-06T13:39:04.474" v="2261" actId="14100"/>
        <pc:sldMkLst>
          <pc:docMk/>
          <pc:sldMk cId="4263391213" sldId="478"/>
        </pc:sldMkLst>
        <pc:spChg chg="mod">
          <ac:chgData name="Suraj Chopade" userId="S::suraj.chopade@bostoninstituteofanalytics.org::dcc44ee8-6a65-4538-a5e1-c87e14ca7a61" providerId="AD" clId="Web-{A8A5AB48-3311-B43A-3631-9F462C1E44C8}" dt="2023-10-06T13:39:04.474" v="2261" actId="14100"/>
          <ac:spMkLst>
            <pc:docMk/>
            <pc:sldMk cId="4263391213" sldId="478"/>
            <ac:spMk id="4" creationId="{24019B7A-CFB9-1C55-E819-F70D6D717C91}"/>
          </ac:spMkLst>
        </pc:spChg>
        <pc:spChg chg="mod">
          <ac:chgData name="Suraj Chopade" userId="S::suraj.chopade@bostoninstituteofanalytics.org::dcc44ee8-6a65-4538-a5e1-c87e14ca7a61" providerId="AD" clId="Web-{A8A5AB48-3311-B43A-3631-9F462C1E44C8}" dt="2023-10-06T13:24:52.361" v="2130" actId="20577"/>
          <ac:spMkLst>
            <pc:docMk/>
            <pc:sldMk cId="4263391213" sldId="478"/>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39:54.319" v="2266" actId="14100"/>
        <pc:sldMkLst>
          <pc:docMk/>
          <pc:sldMk cId="714322308" sldId="479"/>
        </pc:sldMkLst>
        <pc:spChg chg="mod">
          <ac:chgData name="Suraj Chopade" userId="S::suraj.chopade@bostoninstituteofanalytics.org::dcc44ee8-6a65-4538-a5e1-c87e14ca7a61" providerId="AD" clId="Web-{A8A5AB48-3311-B43A-3631-9F462C1E44C8}" dt="2023-10-06T13:39:54.319" v="2266" actId="14100"/>
          <ac:spMkLst>
            <pc:docMk/>
            <pc:sldMk cId="714322308" sldId="479"/>
            <ac:spMk id="4" creationId="{24019B7A-CFB9-1C55-E819-F70D6D717C91}"/>
          </ac:spMkLst>
        </pc:spChg>
        <pc:spChg chg="mod">
          <ac:chgData name="Suraj Chopade" userId="S::suraj.chopade@bostoninstituteofanalytics.org::dcc44ee8-6a65-4538-a5e1-c87e14ca7a61" providerId="AD" clId="Web-{A8A5AB48-3311-B43A-3631-9F462C1E44C8}" dt="2023-10-06T13:26:10.802" v="2156" actId="1076"/>
          <ac:spMkLst>
            <pc:docMk/>
            <pc:sldMk cId="714322308" sldId="479"/>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39:19.209" v="2262" actId="14100"/>
        <pc:sldMkLst>
          <pc:docMk/>
          <pc:sldMk cId="610523756" sldId="480"/>
        </pc:sldMkLst>
        <pc:spChg chg="mod">
          <ac:chgData name="Suraj Chopade" userId="S::suraj.chopade@bostoninstituteofanalytics.org::dcc44ee8-6a65-4538-a5e1-c87e14ca7a61" providerId="AD" clId="Web-{A8A5AB48-3311-B43A-3631-9F462C1E44C8}" dt="2023-10-06T13:39:19.209" v="2262" actId="14100"/>
          <ac:spMkLst>
            <pc:docMk/>
            <pc:sldMk cId="610523756" sldId="480"/>
            <ac:spMk id="4" creationId="{24019B7A-CFB9-1C55-E819-F70D6D717C91}"/>
          </ac:spMkLst>
        </pc:spChg>
        <pc:spChg chg="mod">
          <ac:chgData name="Suraj Chopade" userId="S::suraj.chopade@bostoninstituteofanalytics.org::dcc44ee8-6a65-4538-a5e1-c87e14ca7a61" providerId="AD" clId="Web-{A8A5AB48-3311-B43A-3631-9F462C1E44C8}" dt="2023-10-06T13:31:21.158" v="2188" actId="20577"/>
          <ac:spMkLst>
            <pc:docMk/>
            <pc:sldMk cId="610523756" sldId="480"/>
            <ac:spMk id="5" creationId="{9A378F9A-2043-5BE3-EC44-6521FEBA7EE1}"/>
          </ac:spMkLst>
        </pc:spChg>
      </pc:sldChg>
      <pc:sldChg chg="modSp add ord replId">
        <pc:chgData name="Suraj Chopade" userId="S::suraj.chopade@bostoninstituteofanalytics.org::dcc44ee8-6a65-4538-a5e1-c87e14ca7a61" providerId="AD" clId="Web-{A8A5AB48-3311-B43A-3631-9F462C1E44C8}" dt="2023-10-06T13:39:24.037" v="2263" actId="14100"/>
        <pc:sldMkLst>
          <pc:docMk/>
          <pc:sldMk cId="1606824909" sldId="481"/>
        </pc:sldMkLst>
        <pc:spChg chg="mod">
          <ac:chgData name="Suraj Chopade" userId="S::suraj.chopade@bostoninstituteofanalytics.org::dcc44ee8-6a65-4538-a5e1-c87e14ca7a61" providerId="AD" clId="Web-{A8A5AB48-3311-B43A-3631-9F462C1E44C8}" dt="2023-10-06T13:39:24.037" v="2263" actId="14100"/>
          <ac:spMkLst>
            <pc:docMk/>
            <pc:sldMk cId="1606824909" sldId="481"/>
            <ac:spMk id="4" creationId="{24019B7A-CFB9-1C55-E819-F70D6D717C91}"/>
          </ac:spMkLst>
        </pc:spChg>
        <pc:spChg chg="mod">
          <ac:chgData name="Suraj Chopade" userId="S::suraj.chopade@bostoninstituteofanalytics.org::dcc44ee8-6a65-4538-a5e1-c87e14ca7a61" providerId="AD" clId="Web-{A8A5AB48-3311-B43A-3631-9F462C1E44C8}" dt="2023-10-06T13:31:16.580" v="2187" actId="20577"/>
          <ac:spMkLst>
            <pc:docMk/>
            <pc:sldMk cId="1606824909" sldId="481"/>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39:28.459" v="2264" actId="14100"/>
        <pc:sldMkLst>
          <pc:docMk/>
          <pc:sldMk cId="3717048252" sldId="482"/>
        </pc:sldMkLst>
        <pc:spChg chg="mod">
          <ac:chgData name="Suraj Chopade" userId="S::suraj.chopade@bostoninstituteofanalytics.org::dcc44ee8-6a65-4538-a5e1-c87e14ca7a61" providerId="AD" clId="Web-{A8A5AB48-3311-B43A-3631-9F462C1E44C8}" dt="2023-10-06T13:39:28.459" v="2264" actId="14100"/>
          <ac:spMkLst>
            <pc:docMk/>
            <pc:sldMk cId="3717048252" sldId="482"/>
            <ac:spMk id="4" creationId="{24019B7A-CFB9-1C55-E819-F70D6D717C91}"/>
          </ac:spMkLst>
        </pc:spChg>
        <pc:spChg chg="mod">
          <ac:chgData name="Suraj Chopade" userId="S::suraj.chopade@bostoninstituteofanalytics.org::dcc44ee8-6a65-4538-a5e1-c87e14ca7a61" providerId="AD" clId="Web-{A8A5AB48-3311-B43A-3631-9F462C1E44C8}" dt="2023-10-06T13:33:01.506" v="2225" actId="1076"/>
          <ac:spMkLst>
            <pc:docMk/>
            <pc:sldMk cId="3717048252" sldId="482"/>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39:32.772" v="2265" actId="14100"/>
        <pc:sldMkLst>
          <pc:docMk/>
          <pc:sldMk cId="2884690960" sldId="483"/>
        </pc:sldMkLst>
        <pc:spChg chg="mod">
          <ac:chgData name="Suraj Chopade" userId="S::suraj.chopade@bostoninstituteofanalytics.org::dcc44ee8-6a65-4538-a5e1-c87e14ca7a61" providerId="AD" clId="Web-{A8A5AB48-3311-B43A-3631-9F462C1E44C8}" dt="2023-10-06T13:39:32.772" v="2265" actId="14100"/>
          <ac:spMkLst>
            <pc:docMk/>
            <pc:sldMk cId="2884690960" sldId="483"/>
            <ac:spMk id="4" creationId="{24019B7A-CFB9-1C55-E819-F70D6D717C91}"/>
          </ac:spMkLst>
        </pc:spChg>
        <pc:spChg chg="mod">
          <ac:chgData name="Suraj Chopade" userId="S::suraj.chopade@bostoninstituteofanalytics.org::dcc44ee8-6a65-4538-a5e1-c87e14ca7a61" providerId="AD" clId="Web-{A8A5AB48-3311-B43A-3631-9F462C1E44C8}" dt="2023-10-06T13:34:59.745" v="2260" actId="20577"/>
          <ac:spMkLst>
            <pc:docMk/>
            <pc:sldMk cId="2884690960" sldId="483"/>
            <ac:spMk id="5" creationId="{9A378F9A-2043-5BE3-EC44-6521FEBA7EE1}"/>
          </ac:spMkLst>
        </pc:spChg>
      </pc:sldChg>
    </pc:docChg>
  </pc:docChgLst>
  <pc:docChgLst>
    <pc:chgData name="Suraj Chopade" userId="S::suraj.chopade@bostoninstituteofanalytics.org::dcc44ee8-6a65-4538-a5e1-c87e14ca7a61" providerId="AD" clId="Web-{65AAD561-CDAA-5BAC-CA6E-ACD9F36B29A7}"/>
    <pc:docChg chg="addSld delSld modSld">
      <pc:chgData name="Suraj Chopade" userId="S::suraj.chopade@bostoninstituteofanalytics.org::dcc44ee8-6a65-4538-a5e1-c87e14ca7a61" providerId="AD" clId="Web-{65AAD561-CDAA-5BAC-CA6E-ACD9F36B29A7}" dt="2023-10-05T13:57:47.433" v="121"/>
      <pc:docMkLst>
        <pc:docMk/>
      </pc:docMkLst>
      <pc:sldChg chg="del">
        <pc:chgData name="Suraj Chopade" userId="S::suraj.chopade@bostoninstituteofanalytics.org::dcc44ee8-6a65-4538-a5e1-c87e14ca7a61" providerId="AD" clId="Web-{65AAD561-CDAA-5BAC-CA6E-ACD9F36B29A7}" dt="2023-10-05T13:57:47.433" v="121"/>
        <pc:sldMkLst>
          <pc:docMk/>
          <pc:sldMk cId="3709622772" sldId="342"/>
        </pc:sldMkLst>
      </pc:sldChg>
      <pc:sldChg chg="del">
        <pc:chgData name="Suraj Chopade" userId="S::suraj.chopade@bostoninstituteofanalytics.org::dcc44ee8-6a65-4538-a5e1-c87e14ca7a61" providerId="AD" clId="Web-{65AAD561-CDAA-5BAC-CA6E-ACD9F36B29A7}" dt="2023-10-05T13:57:47.433" v="120"/>
        <pc:sldMkLst>
          <pc:docMk/>
          <pc:sldMk cId="689801169" sldId="368"/>
        </pc:sldMkLst>
      </pc:sldChg>
      <pc:sldChg chg="del">
        <pc:chgData name="Suraj Chopade" userId="S::suraj.chopade@bostoninstituteofanalytics.org::dcc44ee8-6a65-4538-a5e1-c87e14ca7a61" providerId="AD" clId="Web-{65AAD561-CDAA-5BAC-CA6E-ACD9F36B29A7}" dt="2023-10-05T13:57:47.433" v="116"/>
        <pc:sldMkLst>
          <pc:docMk/>
          <pc:sldMk cId="3124109817" sldId="369"/>
        </pc:sldMkLst>
      </pc:sldChg>
      <pc:sldChg chg="del">
        <pc:chgData name="Suraj Chopade" userId="S::suraj.chopade@bostoninstituteofanalytics.org::dcc44ee8-6a65-4538-a5e1-c87e14ca7a61" providerId="AD" clId="Web-{65AAD561-CDAA-5BAC-CA6E-ACD9F36B29A7}" dt="2023-10-05T13:57:47.433" v="119"/>
        <pc:sldMkLst>
          <pc:docMk/>
          <pc:sldMk cId="1103663131" sldId="382"/>
        </pc:sldMkLst>
      </pc:sldChg>
      <pc:sldChg chg="del">
        <pc:chgData name="Suraj Chopade" userId="S::suraj.chopade@bostoninstituteofanalytics.org::dcc44ee8-6a65-4538-a5e1-c87e14ca7a61" providerId="AD" clId="Web-{65AAD561-CDAA-5BAC-CA6E-ACD9F36B29A7}" dt="2023-10-05T13:57:47.433" v="118"/>
        <pc:sldMkLst>
          <pc:docMk/>
          <pc:sldMk cId="2799059165" sldId="383"/>
        </pc:sldMkLst>
      </pc:sldChg>
      <pc:sldChg chg="del">
        <pc:chgData name="Suraj Chopade" userId="S::suraj.chopade@bostoninstituteofanalytics.org::dcc44ee8-6a65-4538-a5e1-c87e14ca7a61" providerId="AD" clId="Web-{65AAD561-CDAA-5BAC-CA6E-ACD9F36B29A7}" dt="2023-10-05T13:57:47.433" v="117"/>
        <pc:sldMkLst>
          <pc:docMk/>
          <pc:sldMk cId="165832031" sldId="384"/>
        </pc:sldMkLst>
      </pc:sldChg>
      <pc:sldChg chg="del">
        <pc:chgData name="Suraj Chopade" userId="S::suraj.chopade@bostoninstituteofanalytics.org::dcc44ee8-6a65-4538-a5e1-c87e14ca7a61" providerId="AD" clId="Web-{65AAD561-CDAA-5BAC-CA6E-ACD9F36B29A7}" dt="2023-10-05T13:57:47.433" v="115"/>
        <pc:sldMkLst>
          <pc:docMk/>
          <pc:sldMk cId="222107579" sldId="385"/>
        </pc:sldMkLst>
      </pc:sldChg>
      <pc:sldChg chg="del">
        <pc:chgData name="Suraj Chopade" userId="S::suraj.chopade@bostoninstituteofanalytics.org::dcc44ee8-6a65-4538-a5e1-c87e14ca7a61" providerId="AD" clId="Web-{65AAD561-CDAA-5BAC-CA6E-ACD9F36B29A7}" dt="2023-10-05T13:57:47.433" v="114"/>
        <pc:sldMkLst>
          <pc:docMk/>
          <pc:sldMk cId="2952883151" sldId="386"/>
        </pc:sldMkLst>
      </pc:sldChg>
      <pc:sldChg chg="del">
        <pc:chgData name="Suraj Chopade" userId="S::suraj.chopade@bostoninstituteofanalytics.org::dcc44ee8-6a65-4538-a5e1-c87e14ca7a61" providerId="AD" clId="Web-{65AAD561-CDAA-5BAC-CA6E-ACD9F36B29A7}" dt="2023-10-05T13:57:47.433" v="113"/>
        <pc:sldMkLst>
          <pc:docMk/>
          <pc:sldMk cId="2701252450" sldId="387"/>
        </pc:sldMkLst>
      </pc:sldChg>
      <pc:sldChg chg="del">
        <pc:chgData name="Suraj Chopade" userId="S::suraj.chopade@bostoninstituteofanalytics.org::dcc44ee8-6a65-4538-a5e1-c87e14ca7a61" providerId="AD" clId="Web-{65AAD561-CDAA-5BAC-CA6E-ACD9F36B29A7}" dt="2023-10-05T13:57:47.433" v="112"/>
        <pc:sldMkLst>
          <pc:docMk/>
          <pc:sldMk cId="3405936032" sldId="388"/>
        </pc:sldMkLst>
      </pc:sldChg>
      <pc:sldChg chg="del">
        <pc:chgData name="Suraj Chopade" userId="S::suraj.chopade@bostoninstituteofanalytics.org::dcc44ee8-6a65-4538-a5e1-c87e14ca7a61" providerId="AD" clId="Web-{65AAD561-CDAA-5BAC-CA6E-ACD9F36B29A7}" dt="2023-10-05T13:57:47.433" v="111"/>
        <pc:sldMkLst>
          <pc:docMk/>
          <pc:sldMk cId="747390422" sldId="389"/>
        </pc:sldMkLst>
      </pc:sldChg>
      <pc:sldChg chg="del">
        <pc:chgData name="Suraj Chopade" userId="S::suraj.chopade@bostoninstituteofanalytics.org::dcc44ee8-6a65-4538-a5e1-c87e14ca7a61" providerId="AD" clId="Web-{65AAD561-CDAA-5BAC-CA6E-ACD9F36B29A7}" dt="2023-10-05T13:57:47.433" v="110"/>
        <pc:sldMkLst>
          <pc:docMk/>
          <pc:sldMk cId="173516813" sldId="390"/>
        </pc:sldMkLst>
      </pc:sldChg>
      <pc:sldChg chg="del">
        <pc:chgData name="Suraj Chopade" userId="S::suraj.chopade@bostoninstituteofanalytics.org::dcc44ee8-6a65-4538-a5e1-c87e14ca7a61" providerId="AD" clId="Web-{65AAD561-CDAA-5BAC-CA6E-ACD9F36B29A7}" dt="2023-10-05T13:57:47.433" v="109"/>
        <pc:sldMkLst>
          <pc:docMk/>
          <pc:sldMk cId="4231229480" sldId="391"/>
        </pc:sldMkLst>
      </pc:sldChg>
      <pc:sldChg chg="del">
        <pc:chgData name="Suraj Chopade" userId="S::suraj.chopade@bostoninstituteofanalytics.org::dcc44ee8-6a65-4538-a5e1-c87e14ca7a61" providerId="AD" clId="Web-{65AAD561-CDAA-5BAC-CA6E-ACD9F36B29A7}" dt="2023-10-05T13:57:47.417" v="108"/>
        <pc:sldMkLst>
          <pc:docMk/>
          <pc:sldMk cId="3596187884" sldId="392"/>
        </pc:sldMkLst>
      </pc:sldChg>
      <pc:sldChg chg="del">
        <pc:chgData name="Suraj Chopade" userId="S::suraj.chopade@bostoninstituteofanalytics.org::dcc44ee8-6a65-4538-a5e1-c87e14ca7a61" providerId="AD" clId="Web-{65AAD561-CDAA-5BAC-CA6E-ACD9F36B29A7}" dt="2023-10-05T13:57:47.417" v="107"/>
        <pc:sldMkLst>
          <pc:docMk/>
          <pc:sldMk cId="898489146" sldId="393"/>
        </pc:sldMkLst>
      </pc:sldChg>
      <pc:sldChg chg="del">
        <pc:chgData name="Suraj Chopade" userId="S::suraj.chopade@bostoninstituteofanalytics.org::dcc44ee8-6a65-4538-a5e1-c87e14ca7a61" providerId="AD" clId="Web-{65AAD561-CDAA-5BAC-CA6E-ACD9F36B29A7}" dt="2023-10-05T13:57:47.417" v="106"/>
        <pc:sldMkLst>
          <pc:docMk/>
          <pc:sldMk cId="86814376" sldId="394"/>
        </pc:sldMkLst>
      </pc:sldChg>
      <pc:sldChg chg="del">
        <pc:chgData name="Suraj Chopade" userId="S::suraj.chopade@bostoninstituteofanalytics.org::dcc44ee8-6a65-4538-a5e1-c87e14ca7a61" providerId="AD" clId="Web-{65AAD561-CDAA-5BAC-CA6E-ACD9F36B29A7}" dt="2023-10-05T13:57:47.417" v="105"/>
        <pc:sldMkLst>
          <pc:docMk/>
          <pc:sldMk cId="2925930174" sldId="395"/>
        </pc:sldMkLst>
      </pc:sldChg>
      <pc:sldChg chg="del">
        <pc:chgData name="Suraj Chopade" userId="S::suraj.chopade@bostoninstituteofanalytics.org::dcc44ee8-6a65-4538-a5e1-c87e14ca7a61" providerId="AD" clId="Web-{65AAD561-CDAA-5BAC-CA6E-ACD9F36B29A7}" dt="2023-10-05T13:57:47.417" v="104"/>
        <pc:sldMkLst>
          <pc:docMk/>
          <pc:sldMk cId="2059959513" sldId="396"/>
        </pc:sldMkLst>
      </pc:sldChg>
      <pc:sldChg chg="del">
        <pc:chgData name="Suraj Chopade" userId="S::suraj.chopade@bostoninstituteofanalytics.org::dcc44ee8-6a65-4538-a5e1-c87e14ca7a61" providerId="AD" clId="Web-{65AAD561-CDAA-5BAC-CA6E-ACD9F36B29A7}" dt="2023-10-05T13:57:47.417" v="103"/>
        <pc:sldMkLst>
          <pc:docMk/>
          <pc:sldMk cId="1193029658" sldId="397"/>
        </pc:sldMkLst>
      </pc:sldChg>
      <pc:sldChg chg="del">
        <pc:chgData name="Suraj Chopade" userId="S::suraj.chopade@bostoninstituteofanalytics.org::dcc44ee8-6a65-4538-a5e1-c87e14ca7a61" providerId="AD" clId="Web-{65AAD561-CDAA-5BAC-CA6E-ACD9F36B29A7}" dt="2023-10-05T13:57:47.417" v="102"/>
        <pc:sldMkLst>
          <pc:docMk/>
          <pc:sldMk cId="3115399295" sldId="398"/>
        </pc:sldMkLst>
      </pc:sldChg>
      <pc:sldChg chg="del">
        <pc:chgData name="Suraj Chopade" userId="S::suraj.chopade@bostoninstituteofanalytics.org::dcc44ee8-6a65-4538-a5e1-c87e14ca7a61" providerId="AD" clId="Web-{65AAD561-CDAA-5BAC-CA6E-ACD9F36B29A7}" dt="2023-10-05T13:57:47.417" v="101"/>
        <pc:sldMkLst>
          <pc:docMk/>
          <pc:sldMk cId="161746561" sldId="399"/>
        </pc:sldMkLst>
      </pc:sldChg>
      <pc:sldChg chg="del">
        <pc:chgData name="Suraj Chopade" userId="S::suraj.chopade@bostoninstituteofanalytics.org::dcc44ee8-6a65-4538-a5e1-c87e14ca7a61" providerId="AD" clId="Web-{65AAD561-CDAA-5BAC-CA6E-ACD9F36B29A7}" dt="2023-10-05T13:57:47.417" v="100"/>
        <pc:sldMkLst>
          <pc:docMk/>
          <pc:sldMk cId="4194027808" sldId="400"/>
        </pc:sldMkLst>
      </pc:sldChg>
      <pc:sldChg chg="del">
        <pc:chgData name="Suraj Chopade" userId="S::suraj.chopade@bostoninstituteofanalytics.org::dcc44ee8-6a65-4538-a5e1-c87e14ca7a61" providerId="AD" clId="Web-{65AAD561-CDAA-5BAC-CA6E-ACD9F36B29A7}" dt="2023-10-05T13:57:47.417" v="99"/>
        <pc:sldMkLst>
          <pc:docMk/>
          <pc:sldMk cId="874390634" sldId="401"/>
        </pc:sldMkLst>
      </pc:sldChg>
      <pc:sldChg chg="del">
        <pc:chgData name="Suraj Chopade" userId="S::suraj.chopade@bostoninstituteofanalytics.org::dcc44ee8-6a65-4538-a5e1-c87e14ca7a61" providerId="AD" clId="Web-{65AAD561-CDAA-5BAC-CA6E-ACD9F36B29A7}" dt="2023-10-05T13:57:47.417" v="98"/>
        <pc:sldMkLst>
          <pc:docMk/>
          <pc:sldMk cId="175727061" sldId="402"/>
        </pc:sldMkLst>
      </pc:sldChg>
      <pc:sldChg chg="del">
        <pc:chgData name="Suraj Chopade" userId="S::suraj.chopade@bostoninstituteofanalytics.org::dcc44ee8-6a65-4538-a5e1-c87e14ca7a61" providerId="AD" clId="Web-{65AAD561-CDAA-5BAC-CA6E-ACD9F36B29A7}" dt="2023-10-05T13:57:47.417" v="97"/>
        <pc:sldMkLst>
          <pc:docMk/>
          <pc:sldMk cId="3511440794" sldId="403"/>
        </pc:sldMkLst>
      </pc:sldChg>
      <pc:sldChg chg="del">
        <pc:chgData name="Suraj Chopade" userId="S::suraj.chopade@bostoninstituteofanalytics.org::dcc44ee8-6a65-4538-a5e1-c87e14ca7a61" providerId="AD" clId="Web-{65AAD561-CDAA-5BAC-CA6E-ACD9F36B29A7}" dt="2023-10-05T13:57:47.401" v="96"/>
        <pc:sldMkLst>
          <pc:docMk/>
          <pc:sldMk cId="671637965" sldId="404"/>
        </pc:sldMkLst>
      </pc:sldChg>
      <pc:sldChg chg="del">
        <pc:chgData name="Suraj Chopade" userId="S::suraj.chopade@bostoninstituteofanalytics.org::dcc44ee8-6a65-4538-a5e1-c87e14ca7a61" providerId="AD" clId="Web-{65AAD561-CDAA-5BAC-CA6E-ACD9F36B29A7}" dt="2023-10-05T13:57:47.401" v="95"/>
        <pc:sldMkLst>
          <pc:docMk/>
          <pc:sldMk cId="2575758570" sldId="405"/>
        </pc:sldMkLst>
      </pc:sldChg>
      <pc:sldChg chg="del">
        <pc:chgData name="Suraj Chopade" userId="S::suraj.chopade@bostoninstituteofanalytics.org::dcc44ee8-6a65-4538-a5e1-c87e14ca7a61" providerId="AD" clId="Web-{65AAD561-CDAA-5BAC-CA6E-ACD9F36B29A7}" dt="2023-10-05T13:57:47.401" v="94"/>
        <pc:sldMkLst>
          <pc:docMk/>
          <pc:sldMk cId="21544644" sldId="406"/>
        </pc:sldMkLst>
      </pc:sldChg>
      <pc:sldChg chg="del">
        <pc:chgData name="Suraj Chopade" userId="S::suraj.chopade@bostoninstituteofanalytics.org::dcc44ee8-6a65-4538-a5e1-c87e14ca7a61" providerId="AD" clId="Web-{65AAD561-CDAA-5BAC-CA6E-ACD9F36B29A7}" dt="2023-10-05T13:57:47.401" v="93"/>
        <pc:sldMkLst>
          <pc:docMk/>
          <pc:sldMk cId="3277102262" sldId="407"/>
        </pc:sldMkLst>
      </pc:sldChg>
      <pc:sldChg chg="addSp delSp modSp add">
        <pc:chgData name="Suraj Chopade" userId="S::suraj.chopade@bostoninstituteofanalytics.org::dcc44ee8-6a65-4538-a5e1-c87e14ca7a61" providerId="AD" clId="Web-{65AAD561-CDAA-5BAC-CA6E-ACD9F36B29A7}" dt="2023-10-05T13:57:32.635" v="92" actId="1076"/>
        <pc:sldMkLst>
          <pc:docMk/>
          <pc:sldMk cId="876099985" sldId="409"/>
        </pc:sldMkLst>
        <pc:spChg chg="mod">
          <ac:chgData name="Suraj Chopade" userId="S::suraj.chopade@bostoninstituteofanalytics.org::dcc44ee8-6a65-4538-a5e1-c87e14ca7a61" providerId="AD" clId="Web-{65AAD561-CDAA-5BAC-CA6E-ACD9F36B29A7}" dt="2023-10-05T13:57:31.073" v="91" actId="1076"/>
          <ac:spMkLst>
            <pc:docMk/>
            <pc:sldMk cId="876099985" sldId="409"/>
            <ac:spMk id="9" creationId="{2FDADD92-4E39-7713-520E-D88B1D53A255}"/>
          </ac:spMkLst>
        </pc:spChg>
        <pc:graphicFrameChg chg="mod modGraphic">
          <ac:chgData name="Suraj Chopade" userId="S::suraj.chopade@bostoninstituteofanalytics.org::dcc44ee8-6a65-4538-a5e1-c87e14ca7a61" providerId="AD" clId="Web-{65AAD561-CDAA-5BAC-CA6E-ACD9F36B29A7}" dt="2023-10-05T13:57:27.541" v="90"/>
          <ac:graphicFrameMkLst>
            <pc:docMk/>
            <pc:sldMk cId="876099985" sldId="409"/>
            <ac:graphicFrameMk id="7" creationId="{FBF120AC-CEA3-E6FB-1F60-5853288C1B5C}"/>
          </ac:graphicFrameMkLst>
        </pc:graphicFrameChg>
        <pc:picChg chg="add mod modCrop">
          <ac:chgData name="Suraj Chopade" userId="S::suraj.chopade@bostoninstituteofanalytics.org::dcc44ee8-6a65-4538-a5e1-c87e14ca7a61" providerId="AD" clId="Web-{65AAD561-CDAA-5BAC-CA6E-ACD9F36B29A7}" dt="2023-10-05T13:57:32.635" v="92" actId="1076"/>
          <ac:picMkLst>
            <pc:docMk/>
            <pc:sldMk cId="876099985" sldId="409"/>
            <ac:picMk id="2" creationId="{733AFE15-BD72-0F33-581A-2708F5827512}"/>
          </ac:picMkLst>
        </pc:picChg>
        <pc:picChg chg="del">
          <ac:chgData name="Suraj Chopade" userId="S::suraj.chopade@bostoninstituteofanalytics.org::dcc44ee8-6a65-4538-a5e1-c87e14ca7a61" providerId="AD" clId="Web-{65AAD561-CDAA-5BAC-CA6E-ACD9F36B29A7}" dt="2023-10-05T13:55:22.678" v="12"/>
          <ac:picMkLst>
            <pc:docMk/>
            <pc:sldMk cId="876099985" sldId="409"/>
            <ac:picMk id="2050" creationId="{C935F535-396C-A8C5-B5DA-A7B2F3D535C0}"/>
          </ac:picMkLst>
        </pc:picChg>
      </pc:sldChg>
      <pc:sldChg chg="add">
        <pc:chgData name="Suraj Chopade" userId="S::suraj.chopade@bostoninstituteofanalytics.org::dcc44ee8-6a65-4538-a5e1-c87e14ca7a61" providerId="AD" clId="Web-{65AAD561-CDAA-5BAC-CA6E-ACD9F36B29A7}" dt="2023-10-05T13:54:08.066" v="1"/>
        <pc:sldMkLst>
          <pc:docMk/>
          <pc:sldMk cId="2926612377" sldId="410"/>
        </pc:sldMkLst>
      </pc:sldChg>
    </pc:docChg>
  </pc:docChgLst>
  <pc:docChgLst>
    <pc:chgData name="Suraj Chopade" userId="S::suraj.chopade@bostoninstituteofanalytics.org::dcc44ee8-6a65-4538-a5e1-c87e14ca7a61" providerId="AD" clId="Web-{6014D375-978A-3D61-3F67-6AD4F1C1FE5A}"/>
    <pc:docChg chg="addSld delSld modSld sldOrd">
      <pc:chgData name="Suraj Chopade" userId="S::suraj.chopade@bostoninstituteofanalytics.org::dcc44ee8-6a65-4538-a5e1-c87e14ca7a61" providerId="AD" clId="Web-{6014D375-978A-3D61-3F67-6AD4F1C1FE5A}" dt="2023-10-07T12:25:30.205" v="1180" actId="20577"/>
      <pc:docMkLst>
        <pc:docMk/>
      </pc:docMkLst>
      <pc:sldChg chg="del">
        <pc:chgData name="Suraj Chopade" userId="S::suraj.chopade@bostoninstituteofanalytics.org::dcc44ee8-6a65-4538-a5e1-c87e14ca7a61" providerId="AD" clId="Web-{6014D375-978A-3D61-3F67-6AD4F1C1FE5A}" dt="2023-10-07T08:47:06.512" v="322"/>
        <pc:sldMkLst>
          <pc:docMk/>
          <pc:sldMk cId="4235558439" sldId="287"/>
        </pc:sldMkLst>
      </pc:sldChg>
      <pc:sldChg chg="addSp modSp">
        <pc:chgData name="Suraj Chopade" userId="S::suraj.chopade@bostoninstituteofanalytics.org::dcc44ee8-6a65-4538-a5e1-c87e14ca7a61" providerId="AD" clId="Web-{6014D375-978A-3D61-3F67-6AD4F1C1FE5A}" dt="2023-10-07T08:52:59.462" v="358" actId="1076"/>
        <pc:sldMkLst>
          <pc:docMk/>
          <pc:sldMk cId="1726830" sldId="314"/>
        </pc:sldMkLst>
        <pc:spChg chg="mod">
          <ac:chgData name="Suraj Chopade" userId="S::suraj.chopade@bostoninstituteofanalytics.org::dcc44ee8-6a65-4538-a5e1-c87e14ca7a61" providerId="AD" clId="Web-{6014D375-978A-3D61-3F67-6AD4F1C1FE5A}" dt="2023-10-07T08:52:28.852" v="352" actId="1076"/>
          <ac:spMkLst>
            <pc:docMk/>
            <pc:sldMk cId="1726830" sldId="314"/>
            <ac:spMk id="2" creationId="{F7761F45-99CF-5094-8BAE-64DDA34139B5}"/>
          </ac:spMkLst>
        </pc:spChg>
        <pc:spChg chg="mod">
          <ac:chgData name="Suraj Chopade" userId="S::suraj.chopade@bostoninstituteofanalytics.org::dcc44ee8-6a65-4538-a5e1-c87e14ca7a61" providerId="AD" clId="Web-{6014D375-978A-3D61-3F67-6AD4F1C1FE5A}" dt="2023-10-07T08:47:22.544" v="328" actId="14100"/>
          <ac:spMkLst>
            <pc:docMk/>
            <pc:sldMk cId="1726830" sldId="314"/>
            <ac:spMk id="9" creationId="{2FDADD92-4E39-7713-520E-D88B1D53A255}"/>
          </ac:spMkLst>
        </pc:spChg>
        <pc:picChg chg="add mod modCrop">
          <ac:chgData name="Suraj Chopade" userId="S::suraj.chopade@bostoninstituteofanalytics.org::dcc44ee8-6a65-4538-a5e1-c87e14ca7a61" providerId="AD" clId="Web-{6014D375-978A-3D61-3F67-6AD4F1C1FE5A}" dt="2023-10-07T08:52:59.462" v="358" actId="1076"/>
          <ac:picMkLst>
            <pc:docMk/>
            <pc:sldMk cId="1726830" sldId="314"/>
            <ac:picMk id="3" creationId="{04C05F6D-535B-1CDB-D8A2-B023A2342190}"/>
          </ac:picMkLst>
        </pc:picChg>
      </pc:sldChg>
      <pc:sldChg chg="del">
        <pc:chgData name="Suraj Chopade" userId="S::suraj.chopade@bostoninstituteofanalytics.org::dcc44ee8-6a65-4538-a5e1-c87e14ca7a61" providerId="AD" clId="Web-{6014D375-978A-3D61-3F67-6AD4F1C1FE5A}" dt="2023-10-07T08:38:23.508" v="46"/>
        <pc:sldMkLst>
          <pc:docMk/>
          <pc:sldMk cId="1541896332" sldId="438"/>
        </pc:sldMkLst>
      </pc:sldChg>
      <pc:sldChg chg="del">
        <pc:chgData name="Suraj Chopade" userId="S::suraj.chopade@bostoninstituteofanalytics.org::dcc44ee8-6a65-4538-a5e1-c87e14ca7a61" providerId="AD" clId="Web-{6014D375-978A-3D61-3F67-6AD4F1C1FE5A}" dt="2023-10-07T08:38:23.493" v="45"/>
        <pc:sldMkLst>
          <pc:docMk/>
          <pc:sldMk cId="4217551723" sldId="439"/>
        </pc:sldMkLst>
      </pc:sldChg>
      <pc:sldChg chg="del">
        <pc:chgData name="Suraj Chopade" userId="S::suraj.chopade@bostoninstituteofanalytics.org::dcc44ee8-6a65-4538-a5e1-c87e14ca7a61" providerId="AD" clId="Web-{6014D375-978A-3D61-3F67-6AD4F1C1FE5A}" dt="2023-10-07T08:38:23.493" v="43"/>
        <pc:sldMkLst>
          <pc:docMk/>
          <pc:sldMk cId="3445395743" sldId="440"/>
        </pc:sldMkLst>
      </pc:sldChg>
      <pc:sldChg chg="del">
        <pc:chgData name="Suraj Chopade" userId="S::suraj.chopade@bostoninstituteofanalytics.org::dcc44ee8-6a65-4538-a5e1-c87e14ca7a61" providerId="AD" clId="Web-{6014D375-978A-3D61-3F67-6AD4F1C1FE5A}" dt="2023-10-07T08:38:23.493" v="44"/>
        <pc:sldMkLst>
          <pc:docMk/>
          <pc:sldMk cId="4159333918" sldId="441"/>
        </pc:sldMkLst>
      </pc:sldChg>
      <pc:sldChg chg="del">
        <pc:chgData name="Suraj Chopade" userId="S::suraj.chopade@bostoninstituteofanalytics.org::dcc44ee8-6a65-4538-a5e1-c87e14ca7a61" providerId="AD" clId="Web-{6014D375-978A-3D61-3F67-6AD4F1C1FE5A}" dt="2023-10-07T08:38:23.493" v="42"/>
        <pc:sldMkLst>
          <pc:docMk/>
          <pc:sldMk cId="1579541125" sldId="442"/>
        </pc:sldMkLst>
      </pc:sldChg>
      <pc:sldChg chg="del">
        <pc:chgData name="Suraj Chopade" userId="S::suraj.chopade@bostoninstituteofanalytics.org::dcc44ee8-6a65-4538-a5e1-c87e14ca7a61" providerId="AD" clId="Web-{6014D375-978A-3D61-3F67-6AD4F1C1FE5A}" dt="2023-10-07T08:38:23.493" v="41"/>
        <pc:sldMkLst>
          <pc:docMk/>
          <pc:sldMk cId="3168653105" sldId="443"/>
        </pc:sldMkLst>
      </pc:sldChg>
      <pc:sldChg chg="del">
        <pc:chgData name="Suraj Chopade" userId="S::suraj.chopade@bostoninstituteofanalytics.org::dcc44ee8-6a65-4538-a5e1-c87e14ca7a61" providerId="AD" clId="Web-{6014D375-978A-3D61-3F67-6AD4F1C1FE5A}" dt="2023-10-07T08:38:23.493" v="40"/>
        <pc:sldMkLst>
          <pc:docMk/>
          <pc:sldMk cId="1096674608" sldId="444"/>
        </pc:sldMkLst>
      </pc:sldChg>
      <pc:sldChg chg="del">
        <pc:chgData name="Suraj Chopade" userId="S::suraj.chopade@bostoninstituteofanalytics.org::dcc44ee8-6a65-4538-a5e1-c87e14ca7a61" providerId="AD" clId="Web-{6014D375-978A-3D61-3F67-6AD4F1C1FE5A}" dt="2023-10-07T08:38:23.493" v="39"/>
        <pc:sldMkLst>
          <pc:docMk/>
          <pc:sldMk cId="2576935323" sldId="445"/>
        </pc:sldMkLst>
      </pc:sldChg>
      <pc:sldChg chg="del">
        <pc:chgData name="Suraj Chopade" userId="S::suraj.chopade@bostoninstituteofanalytics.org::dcc44ee8-6a65-4538-a5e1-c87e14ca7a61" providerId="AD" clId="Web-{6014D375-978A-3D61-3F67-6AD4F1C1FE5A}" dt="2023-10-07T08:38:23.493" v="38"/>
        <pc:sldMkLst>
          <pc:docMk/>
          <pc:sldMk cId="1173246912" sldId="447"/>
        </pc:sldMkLst>
      </pc:sldChg>
      <pc:sldChg chg="del">
        <pc:chgData name="Suraj Chopade" userId="S::suraj.chopade@bostoninstituteofanalytics.org::dcc44ee8-6a65-4538-a5e1-c87e14ca7a61" providerId="AD" clId="Web-{6014D375-978A-3D61-3F67-6AD4F1C1FE5A}" dt="2023-10-07T08:38:23.493" v="37"/>
        <pc:sldMkLst>
          <pc:docMk/>
          <pc:sldMk cId="1067643113" sldId="448"/>
        </pc:sldMkLst>
      </pc:sldChg>
      <pc:sldChg chg="del">
        <pc:chgData name="Suraj Chopade" userId="S::suraj.chopade@bostoninstituteofanalytics.org::dcc44ee8-6a65-4538-a5e1-c87e14ca7a61" providerId="AD" clId="Web-{6014D375-978A-3D61-3F67-6AD4F1C1FE5A}" dt="2023-10-07T08:38:23.493" v="36"/>
        <pc:sldMkLst>
          <pc:docMk/>
          <pc:sldMk cId="1674932042" sldId="449"/>
        </pc:sldMkLst>
      </pc:sldChg>
      <pc:sldChg chg="del">
        <pc:chgData name="Suraj Chopade" userId="S::suraj.chopade@bostoninstituteofanalytics.org::dcc44ee8-6a65-4538-a5e1-c87e14ca7a61" providerId="AD" clId="Web-{6014D375-978A-3D61-3F67-6AD4F1C1FE5A}" dt="2023-10-07T08:38:23.493" v="35"/>
        <pc:sldMkLst>
          <pc:docMk/>
          <pc:sldMk cId="4206720302" sldId="450"/>
        </pc:sldMkLst>
      </pc:sldChg>
      <pc:sldChg chg="del">
        <pc:chgData name="Suraj Chopade" userId="S::suraj.chopade@bostoninstituteofanalytics.org::dcc44ee8-6a65-4538-a5e1-c87e14ca7a61" providerId="AD" clId="Web-{6014D375-978A-3D61-3F67-6AD4F1C1FE5A}" dt="2023-10-07T08:38:23.493" v="34"/>
        <pc:sldMkLst>
          <pc:docMk/>
          <pc:sldMk cId="323007175" sldId="451"/>
        </pc:sldMkLst>
      </pc:sldChg>
      <pc:sldChg chg="del">
        <pc:chgData name="Suraj Chopade" userId="S::suraj.chopade@bostoninstituteofanalytics.org::dcc44ee8-6a65-4538-a5e1-c87e14ca7a61" providerId="AD" clId="Web-{6014D375-978A-3D61-3F67-6AD4F1C1FE5A}" dt="2023-10-07T08:38:23.493" v="33"/>
        <pc:sldMkLst>
          <pc:docMk/>
          <pc:sldMk cId="1595534070" sldId="452"/>
        </pc:sldMkLst>
      </pc:sldChg>
      <pc:sldChg chg="del">
        <pc:chgData name="Suraj Chopade" userId="S::suraj.chopade@bostoninstituteofanalytics.org::dcc44ee8-6a65-4538-a5e1-c87e14ca7a61" providerId="AD" clId="Web-{6014D375-978A-3D61-3F67-6AD4F1C1FE5A}" dt="2023-10-07T08:38:23.477" v="32"/>
        <pc:sldMkLst>
          <pc:docMk/>
          <pc:sldMk cId="1591311205" sldId="453"/>
        </pc:sldMkLst>
      </pc:sldChg>
      <pc:sldChg chg="del">
        <pc:chgData name="Suraj Chopade" userId="S::suraj.chopade@bostoninstituteofanalytics.org::dcc44ee8-6a65-4538-a5e1-c87e14ca7a61" providerId="AD" clId="Web-{6014D375-978A-3D61-3F67-6AD4F1C1FE5A}" dt="2023-10-07T08:38:23.477" v="31"/>
        <pc:sldMkLst>
          <pc:docMk/>
          <pc:sldMk cId="2861796006" sldId="454"/>
        </pc:sldMkLst>
      </pc:sldChg>
      <pc:sldChg chg="del">
        <pc:chgData name="Suraj Chopade" userId="S::suraj.chopade@bostoninstituteofanalytics.org::dcc44ee8-6a65-4538-a5e1-c87e14ca7a61" providerId="AD" clId="Web-{6014D375-978A-3D61-3F67-6AD4F1C1FE5A}" dt="2023-10-07T08:38:23.477" v="30"/>
        <pc:sldMkLst>
          <pc:docMk/>
          <pc:sldMk cId="1858385530" sldId="455"/>
        </pc:sldMkLst>
      </pc:sldChg>
      <pc:sldChg chg="del">
        <pc:chgData name="Suraj Chopade" userId="S::suraj.chopade@bostoninstituteofanalytics.org::dcc44ee8-6a65-4538-a5e1-c87e14ca7a61" providerId="AD" clId="Web-{6014D375-978A-3D61-3F67-6AD4F1C1FE5A}" dt="2023-10-07T08:38:23.477" v="29"/>
        <pc:sldMkLst>
          <pc:docMk/>
          <pc:sldMk cId="1887600283" sldId="456"/>
        </pc:sldMkLst>
      </pc:sldChg>
      <pc:sldChg chg="del">
        <pc:chgData name="Suraj Chopade" userId="S::suraj.chopade@bostoninstituteofanalytics.org::dcc44ee8-6a65-4538-a5e1-c87e14ca7a61" providerId="AD" clId="Web-{6014D375-978A-3D61-3F67-6AD4F1C1FE5A}" dt="2023-10-07T08:38:23.477" v="28"/>
        <pc:sldMkLst>
          <pc:docMk/>
          <pc:sldMk cId="712815863" sldId="457"/>
        </pc:sldMkLst>
      </pc:sldChg>
      <pc:sldChg chg="del">
        <pc:chgData name="Suraj Chopade" userId="S::suraj.chopade@bostoninstituteofanalytics.org::dcc44ee8-6a65-4538-a5e1-c87e14ca7a61" providerId="AD" clId="Web-{6014D375-978A-3D61-3F67-6AD4F1C1FE5A}" dt="2023-10-07T08:38:23.477" v="27"/>
        <pc:sldMkLst>
          <pc:docMk/>
          <pc:sldMk cId="1830708" sldId="458"/>
        </pc:sldMkLst>
      </pc:sldChg>
      <pc:sldChg chg="del">
        <pc:chgData name="Suraj Chopade" userId="S::suraj.chopade@bostoninstituteofanalytics.org::dcc44ee8-6a65-4538-a5e1-c87e14ca7a61" providerId="AD" clId="Web-{6014D375-978A-3D61-3F67-6AD4F1C1FE5A}" dt="2023-10-07T08:38:23.477" v="26"/>
        <pc:sldMkLst>
          <pc:docMk/>
          <pc:sldMk cId="2059826743" sldId="460"/>
        </pc:sldMkLst>
      </pc:sldChg>
      <pc:sldChg chg="del">
        <pc:chgData name="Suraj Chopade" userId="S::suraj.chopade@bostoninstituteofanalytics.org::dcc44ee8-6a65-4538-a5e1-c87e14ca7a61" providerId="AD" clId="Web-{6014D375-978A-3D61-3F67-6AD4F1C1FE5A}" dt="2023-10-07T08:38:23.477" v="24"/>
        <pc:sldMkLst>
          <pc:docMk/>
          <pc:sldMk cId="702833047" sldId="461"/>
        </pc:sldMkLst>
      </pc:sldChg>
      <pc:sldChg chg="del">
        <pc:chgData name="Suraj Chopade" userId="S::suraj.chopade@bostoninstituteofanalytics.org::dcc44ee8-6a65-4538-a5e1-c87e14ca7a61" providerId="AD" clId="Web-{6014D375-978A-3D61-3F67-6AD4F1C1FE5A}" dt="2023-10-07T08:38:23.477" v="25"/>
        <pc:sldMkLst>
          <pc:docMk/>
          <pc:sldMk cId="4117235266" sldId="462"/>
        </pc:sldMkLst>
      </pc:sldChg>
      <pc:sldChg chg="del">
        <pc:chgData name="Suraj Chopade" userId="S::suraj.chopade@bostoninstituteofanalytics.org::dcc44ee8-6a65-4538-a5e1-c87e14ca7a61" providerId="AD" clId="Web-{6014D375-978A-3D61-3F67-6AD4F1C1FE5A}" dt="2023-10-07T08:38:23.477" v="23"/>
        <pc:sldMkLst>
          <pc:docMk/>
          <pc:sldMk cId="3850761227" sldId="463"/>
        </pc:sldMkLst>
      </pc:sldChg>
      <pc:sldChg chg="del">
        <pc:chgData name="Suraj Chopade" userId="S::suraj.chopade@bostoninstituteofanalytics.org::dcc44ee8-6a65-4538-a5e1-c87e14ca7a61" providerId="AD" clId="Web-{6014D375-978A-3D61-3F67-6AD4F1C1FE5A}" dt="2023-10-07T08:38:23.477" v="22"/>
        <pc:sldMkLst>
          <pc:docMk/>
          <pc:sldMk cId="835093248" sldId="464"/>
        </pc:sldMkLst>
      </pc:sldChg>
      <pc:sldChg chg="del">
        <pc:chgData name="Suraj Chopade" userId="S::suraj.chopade@bostoninstituteofanalytics.org::dcc44ee8-6a65-4538-a5e1-c87e14ca7a61" providerId="AD" clId="Web-{6014D375-978A-3D61-3F67-6AD4F1C1FE5A}" dt="2023-10-07T08:38:23.477" v="21"/>
        <pc:sldMkLst>
          <pc:docMk/>
          <pc:sldMk cId="1494545723" sldId="465"/>
        </pc:sldMkLst>
      </pc:sldChg>
      <pc:sldChg chg="del">
        <pc:chgData name="Suraj Chopade" userId="S::suraj.chopade@bostoninstituteofanalytics.org::dcc44ee8-6a65-4538-a5e1-c87e14ca7a61" providerId="AD" clId="Web-{6014D375-978A-3D61-3F67-6AD4F1C1FE5A}" dt="2023-10-07T08:38:23.477" v="20"/>
        <pc:sldMkLst>
          <pc:docMk/>
          <pc:sldMk cId="2989528000" sldId="466"/>
        </pc:sldMkLst>
      </pc:sldChg>
      <pc:sldChg chg="del">
        <pc:chgData name="Suraj Chopade" userId="S::suraj.chopade@bostoninstituteofanalytics.org::dcc44ee8-6a65-4538-a5e1-c87e14ca7a61" providerId="AD" clId="Web-{6014D375-978A-3D61-3F67-6AD4F1C1FE5A}" dt="2023-10-07T08:38:23.461" v="19"/>
        <pc:sldMkLst>
          <pc:docMk/>
          <pc:sldMk cId="2616984097" sldId="467"/>
        </pc:sldMkLst>
      </pc:sldChg>
      <pc:sldChg chg="del">
        <pc:chgData name="Suraj Chopade" userId="S::suraj.chopade@bostoninstituteofanalytics.org::dcc44ee8-6a65-4538-a5e1-c87e14ca7a61" providerId="AD" clId="Web-{6014D375-978A-3D61-3F67-6AD4F1C1FE5A}" dt="2023-10-07T08:38:23.461" v="17"/>
        <pc:sldMkLst>
          <pc:docMk/>
          <pc:sldMk cId="216333241" sldId="468"/>
        </pc:sldMkLst>
      </pc:sldChg>
      <pc:sldChg chg="del">
        <pc:chgData name="Suraj Chopade" userId="S::suraj.chopade@bostoninstituteofanalytics.org::dcc44ee8-6a65-4538-a5e1-c87e14ca7a61" providerId="AD" clId="Web-{6014D375-978A-3D61-3F67-6AD4F1C1FE5A}" dt="2023-10-07T08:38:23.461" v="18"/>
        <pc:sldMkLst>
          <pc:docMk/>
          <pc:sldMk cId="1610639289" sldId="469"/>
        </pc:sldMkLst>
      </pc:sldChg>
      <pc:sldChg chg="del">
        <pc:chgData name="Suraj Chopade" userId="S::suraj.chopade@bostoninstituteofanalytics.org::dcc44ee8-6a65-4538-a5e1-c87e14ca7a61" providerId="AD" clId="Web-{6014D375-978A-3D61-3F67-6AD4F1C1FE5A}" dt="2023-10-07T08:38:23.461" v="16"/>
        <pc:sldMkLst>
          <pc:docMk/>
          <pc:sldMk cId="1739691860" sldId="470"/>
        </pc:sldMkLst>
      </pc:sldChg>
      <pc:sldChg chg="del">
        <pc:chgData name="Suraj Chopade" userId="S::suraj.chopade@bostoninstituteofanalytics.org::dcc44ee8-6a65-4538-a5e1-c87e14ca7a61" providerId="AD" clId="Web-{6014D375-978A-3D61-3F67-6AD4F1C1FE5A}" dt="2023-10-07T08:38:23.461" v="15"/>
        <pc:sldMkLst>
          <pc:docMk/>
          <pc:sldMk cId="3125042556" sldId="471"/>
        </pc:sldMkLst>
      </pc:sldChg>
      <pc:sldChg chg="del">
        <pc:chgData name="Suraj Chopade" userId="S::suraj.chopade@bostoninstituteofanalytics.org::dcc44ee8-6a65-4538-a5e1-c87e14ca7a61" providerId="AD" clId="Web-{6014D375-978A-3D61-3F67-6AD4F1C1FE5A}" dt="2023-10-07T08:38:23.461" v="14"/>
        <pc:sldMkLst>
          <pc:docMk/>
          <pc:sldMk cId="153477659" sldId="472"/>
        </pc:sldMkLst>
      </pc:sldChg>
      <pc:sldChg chg="del">
        <pc:chgData name="Suraj Chopade" userId="S::suraj.chopade@bostoninstituteofanalytics.org::dcc44ee8-6a65-4538-a5e1-c87e14ca7a61" providerId="AD" clId="Web-{6014D375-978A-3D61-3F67-6AD4F1C1FE5A}" dt="2023-10-07T08:38:23.461" v="13"/>
        <pc:sldMkLst>
          <pc:docMk/>
          <pc:sldMk cId="3663966234" sldId="473"/>
        </pc:sldMkLst>
      </pc:sldChg>
      <pc:sldChg chg="del">
        <pc:chgData name="Suraj Chopade" userId="S::suraj.chopade@bostoninstituteofanalytics.org::dcc44ee8-6a65-4538-a5e1-c87e14ca7a61" providerId="AD" clId="Web-{6014D375-978A-3D61-3F67-6AD4F1C1FE5A}" dt="2023-10-07T08:38:23.461" v="12"/>
        <pc:sldMkLst>
          <pc:docMk/>
          <pc:sldMk cId="2092177511" sldId="474"/>
        </pc:sldMkLst>
      </pc:sldChg>
      <pc:sldChg chg="del">
        <pc:chgData name="Suraj Chopade" userId="S::suraj.chopade@bostoninstituteofanalytics.org::dcc44ee8-6a65-4538-a5e1-c87e14ca7a61" providerId="AD" clId="Web-{6014D375-978A-3D61-3F67-6AD4F1C1FE5A}" dt="2023-10-07T08:38:23.461" v="11"/>
        <pc:sldMkLst>
          <pc:docMk/>
          <pc:sldMk cId="3546852592" sldId="475"/>
        </pc:sldMkLst>
      </pc:sldChg>
      <pc:sldChg chg="del">
        <pc:chgData name="Suraj Chopade" userId="S::suraj.chopade@bostoninstituteofanalytics.org::dcc44ee8-6a65-4538-a5e1-c87e14ca7a61" providerId="AD" clId="Web-{6014D375-978A-3D61-3F67-6AD4F1C1FE5A}" dt="2023-10-07T08:38:23.461" v="10"/>
        <pc:sldMkLst>
          <pc:docMk/>
          <pc:sldMk cId="424723153" sldId="476"/>
        </pc:sldMkLst>
      </pc:sldChg>
      <pc:sldChg chg="del">
        <pc:chgData name="Suraj Chopade" userId="S::suraj.chopade@bostoninstituteofanalytics.org::dcc44ee8-6a65-4538-a5e1-c87e14ca7a61" providerId="AD" clId="Web-{6014D375-978A-3D61-3F67-6AD4F1C1FE5A}" dt="2023-10-07T08:38:23.461" v="9"/>
        <pc:sldMkLst>
          <pc:docMk/>
          <pc:sldMk cId="1108611396" sldId="477"/>
        </pc:sldMkLst>
      </pc:sldChg>
      <pc:sldChg chg="del">
        <pc:chgData name="Suraj Chopade" userId="S::suraj.chopade@bostoninstituteofanalytics.org::dcc44ee8-6a65-4538-a5e1-c87e14ca7a61" providerId="AD" clId="Web-{6014D375-978A-3D61-3F67-6AD4F1C1FE5A}" dt="2023-10-07T08:38:23.446" v="8"/>
        <pc:sldMkLst>
          <pc:docMk/>
          <pc:sldMk cId="4263391213" sldId="478"/>
        </pc:sldMkLst>
      </pc:sldChg>
      <pc:sldChg chg="del">
        <pc:chgData name="Suraj Chopade" userId="S::suraj.chopade@bostoninstituteofanalytics.org::dcc44ee8-6a65-4538-a5e1-c87e14ca7a61" providerId="AD" clId="Web-{6014D375-978A-3D61-3F67-6AD4F1C1FE5A}" dt="2023-10-07T08:38:23.446" v="7"/>
        <pc:sldMkLst>
          <pc:docMk/>
          <pc:sldMk cId="714322308" sldId="479"/>
        </pc:sldMkLst>
      </pc:sldChg>
      <pc:sldChg chg="del">
        <pc:chgData name="Suraj Chopade" userId="S::suraj.chopade@bostoninstituteofanalytics.org::dcc44ee8-6a65-4538-a5e1-c87e14ca7a61" providerId="AD" clId="Web-{6014D375-978A-3D61-3F67-6AD4F1C1FE5A}" dt="2023-10-07T08:38:23.446" v="6"/>
        <pc:sldMkLst>
          <pc:docMk/>
          <pc:sldMk cId="610523756" sldId="480"/>
        </pc:sldMkLst>
      </pc:sldChg>
      <pc:sldChg chg="del">
        <pc:chgData name="Suraj Chopade" userId="S::suraj.chopade@bostoninstituteofanalytics.org::dcc44ee8-6a65-4538-a5e1-c87e14ca7a61" providerId="AD" clId="Web-{6014D375-978A-3D61-3F67-6AD4F1C1FE5A}" dt="2023-10-07T08:38:23.446" v="5"/>
        <pc:sldMkLst>
          <pc:docMk/>
          <pc:sldMk cId="1606824909" sldId="481"/>
        </pc:sldMkLst>
      </pc:sldChg>
      <pc:sldChg chg="del">
        <pc:chgData name="Suraj Chopade" userId="S::suraj.chopade@bostoninstituteofanalytics.org::dcc44ee8-6a65-4538-a5e1-c87e14ca7a61" providerId="AD" clId="Web-{6014D375-978A-3D61-3F67-6AD4F1C1FE5A}" dt="2023-10-07T08:38:23.446" v="4"/>
        <pc:sldMkLst>
          <pc:docMk/>
          <pc:sldMk cId="3717048252" sldId="482"/>
        </pc:sldMkLst>
      </pc:sldChg>
      <pc:sldChg chg="del">
        <pc:chgData name="Suraj Chopade" userId="S::suraj.chopade@bostoninstituteofanalytics.org::dcc44ee8-6a65-4538-a5e1-c87e14ca7a61" providerId="AD" clId="Web-{6014D375-978A-3D61-3F67-6AD4F1C1FE5A}" dt="2023-10-07T08:38:23.446" v="3"/>
        <pc:sldMkLst>
          <pc:docMk/>
          <pc:sldMk cId="2884690960" sldId="483"/>
        </pc:sldMkLst>
      </pc:sldChg>
      <pc:sldChg chg="modSp add">
        <pc:chgData name="Suraj Chopade" userId="S::suraj.chopade@bostoninstituteofanalytics.org::dcc44ee8-6a65-4538-a5e1-c87e14ca7a61" providerId="AD" clId="Web-{6014D375-978A-3D61-3F67-6AD4F1C1FE5A}" dt="2023-10-07T08:47:01.949" v="321" actId="1076"/>
        <pc:sldMkLst>
          <pc:docMk/>
          <pc:sldMk cId="4076578880" sldId="484"/>
        </pc:sldMkLst>
        <pc:spChg chg="mod">
          <ac:chgData name="Suraj Chopade" userId="S::suraj.chopade@bostoninstituteofanalytics.org::dcc44ee8-6a65-4538-a5e1-c87e14ca7a61" providerId="AD" clId="Web-{6014D375-978A-3D61-3F67-6AD4F1C1FE5A}" dt="2023-10-07T08:47:01.949" v="321" actId="1076"/>
          <ac:spMkLst>
            <pc:docMk/>
            <pc:sldMk cId="4076578880" sldId="484"/>
            <ac:spMk id="3" creationId="{5FAF0B8B-2FA0-7D88-B529-85CF2FDB866C}"/>
          </ac:spMkLst>
        </pc:spChg>
      </pc:sldChg>
      <pc:sldChg chg="addSp delSp modSp add">
        <pc:chgData name="Suraj Chopade" userId="S::suraj.chopade@bostoninstituteofanalytics.org::dcc44ee8-6a65-4538-a5e1-c87e14ca7a61" providerId="AD" clId="Web-{6014D375-978A-3D61-3F67-6AD4F1C1FE5A}" dt="2023-10-07T08:44:17.021" v="277" actId="1076"/>
        <pc:sldMkLst>
          <pc:docMk/>
          <pc:sldMk cId="3582198988" sldId="485"/>
        </pc:sldMkLst>
        <pc:spChg chg="mod">
          <ac:chgData name="Suraj Chopade" userId="S::suraj.chopade@bostoninstituteofanalytics.org::dcc44ee8-6a65-4538-a5e1-c87e14ca7a61" providerId="AD" clId="Web-{6014D375-978A-3D61-3F67-6AD4F1C1FE5A}" dt="2023-10-07T08:43:19.691" v="270" actId="1076"/>
          <ac:spMkLst>
            <pc:docMk/>
            <pc:sldMk cId="3582198988" sldId="485"/>
            <ac:spMk id="9" creationId="{2FDADD92-4E39-7713-520E-D88B1D53A255}"/>
          </ac:spMkLst>
        </pc:spChg>
        <pc:graphicFrameChg chg="add del mod">
          <ac:chgData name="Suraj Chopade" userId="S::suraj.chopade@bostoninstituteofanalytics.org::dcc44ee8-6a65-4538-a5e1-c87e14ca7a61" providerId="AD" clId="Web-{6014D375-978A-3D61-3F67-6AD4F1C1FE5A}" dt="2023-10-07T08:40:17.747" v="158"/>
          <ac:graphicFrameMkLst>
            <pc:docMk/>
            <pc:sldMk cId="3582198988" sldId="485"/>
            <ac:graphicFrameMk id="3" creationId="{0F21100C-1CA9-EB4F-68B3-EE260F028B7C}"/>
          </ac:graphicFrameMkLst>
        </pc:graphicFrameChg>
        <pc:graphicFrameChg chg="mod modGraphic">
          <ac:chgData name="Suraj Chopade" userId="S::suraj.chopade@bostoninstituteofanalytics.org::dcc44ee8-6a65-4538-a5e1-c87e14ca7a61" providerId="AD" clId="Web-{6014D375-978A-3D61-3F67-6AD4F1C1FE5A}" dt="2023-10-07T08:43:08.581" v="268" actId="1076"/>
          <ac:graphicFrameMkLst>
            <pc:docMk/>
            <pc:sldMk cId="3582198988" sldId="485"/>
            <ac:graphicFrameMk id="7" creationId="{FBF120AC-CEA3-E6FB-1F60-5853288C1B5C}"/>
          </ac:graphicFrameMkLst>
        </pc:graphicFrameChg>
        <pc:graphicFrameChg chg="add del mod">
          <ac:chgData name="Suraj Chopade" userId="S::suraj.chopade@bostoninstituteofanalytics.org::dcc44ee8-6a65-4538-a5e1-c87e14ca7a61" providerId="AD" clId="Web-{6014D375-978A-3D61-3F67-6AD4F1C1FE5A}" dt="2023-10-07T08:40:15.075" v="157"/>
          <ac:graphicFrameMkLst>
            <pc:docMk/>
            <pc:sldMk cId="3582198988" sldId="485"/>
            <ac:graphicFrameMk id="10" creationId="{501E3E4B-4494-06FE-7399-0AA85071F410}"/>
          </ac:graphicFrameMkLst>
        </pc:graphicFrameChg>
        <pc:picChg chg="add mod">
          <ac:chgData name="Suraj Chopade" userId="S::suraj.chopade@bostoninstituteofanalytics.org::dcc44ee8-6a65-4538-a5e1-c87e14ca7a61" providerId="AD" clId="Web-{6014D375-978A-3D61-3F67-6AD4F1C1FE5A}" dt="2023-10-07T08:44:17.021" v="277" actId="1076"/>
          <ac:picMkLst>
            <pc:docMk/>
            <pc:sldMk cId="3582198988" sldId="485"/>
            <ac:picMk id="11" creationId="{06C3E9FA-4CB7-0F1C-7CCD-4D496B00D73F}"/>
          </ac:picMkLst>
        </pc:picChg>
        <pc:picChg chg="del mod">
          <ac:chgData name="Suraj Chopade" userId="S::suraj.chopade@bostoninstituteofanalytics.org::dcc44ee8-6a65-4538-a5e1-c87e14ca7a61" providerId="AD" clId="Web-{6014D375-978A-3D61-3F67-6AD4F1C1FE5A}" dt="2023-10-07T08:43:25.769" v="272"/>
          <ac:picMkLst>
            <pc:docMk/>
            <pc:sldMk cId="3582198988" sldId="485"/>
            <ac:picMk id="2050" creationId="{C935F535-396C-A8C5-B5DA-A7B2F3D535C0}"/>
          </ac:picMkLst>
        </pc:picChg>
      </pc:sldChg>
      <pc:sldChg chg="add">
        <pc:chgData name="Suraj Chopade" userId="S::suraj.chopade@bostoninstituteofanalytics.org::dcc44ee8-6a65-4538-a5e1-c87e14ca7a61" providerId="AD" clId="Web-{6014D375-978A-3D61-3F67-6AD4F1C1FE5A}" dt="2023-10-07T08:38:08.179" v="2"/>
        <pc:sldMkLst>
          <pc:docMk/>
          <pc:sldMk cId="3025139516" sldId="486"/>
        </pc:sldMkLst>
      </pc:sldChg>
      <pc:sldChg chg="delSp modSp add replId">
        <pc:chgData name="Suraj Chopade" userId="S::suraj.chopade@bostoninstituteofanalytics.org::dcc44ee8-6a65-4538-a5e1-c87e14ca7a61" providerId="AD" clId="Web-{6014D375-978A-3D61-3F67-6AD4F1C1FE5A}" dt="2023-10-07T09:02:30.410" v="391" actId="1076"/>
        <pc:sldMkLst>
          <pc:docMk/>
          <pc:sldMk cId="170298293" sldId="487"/>
        </pc:sldMkLst>
        <pc:spChg chg="mod">
          <ac:chgData name="Suraj Chopade" userId="S::suraj.chopade@bostoninstituteofanalytics.org::dcc44ee8-6a65-4538-a5e1-c87e14ca7a61" providerId="AD" clId="Web-{6014D375-978A-3D61-3F67-6AD4F1C1FE5A}" dt="2023-10-07T09:02:30.410" v="391" actId="1076"/>
          <ac:spMkLst>
            <pc:docMk/>
            <pc:sldMk cId="170298293" sldId="487"/>
            <ac:spMk id="2" creationId="{F7761F45-99CF-5094-8BAE-64DDA34139B5}"/>
          </ac:spMkLst>
        </pc:spChg>
        <pc:spChg chg="mod">
          <ac:chgData name="Suraj Chopade" userId="S::suraj.chopade@bostoninstituteofanalytics.org::dcc44ee8-6a65-4538-a5e1-c87e14ca7a61" providerId="AD" clId="Web-{6014D375-978A-3D61-3F67-6AD4F1C1FE5A}" dt="2023-10-07T08:55:04.748" v="373" actId="1076"/>
          <ac:spMkLst>
            <pc:docMk/>
            <pc:sldMk cId="170298293" sldId="487"/>
            <ac:spMk id="9" creationId="{2FDADD92-4E39-7713-520E-D88B1D53A255}"/>
          </ac:spMkLst>
        </pc:spChg>
        <pc:picChg chg="del">
          <ac:chgData name="Suraj Chopade" userId="S::suraj.chopade@bostoninstituteofanalytics.org::dcc44ee8-6a65-4538-a5e1-c87e14ca7a61" providerId="AD" clId="Web-{6014D375-978A-3D61-3F67-6AD4F1C1FE5A}" dt="2023-10-07T09:01:46.502" v="379"/>
          <ac:picMkLst>
            <pc:docMk/>
            <pc:sldMk cId="170298293" sldId="487"/>
            <ac:picMk id="3" creationId="{04C05F6D-535B-1CDB-D8A2-B023A2342190}"/>
          </ac:picMkLst>
        </pc:picChg>
      </pc:sldChg>
      <pc:sldChg chg="modSp add replId">
        <pc:chgData name="Suraj Chopade" userId="S::suraj.chopade@bostoninstituteofanalytics.org::dcc44ee8-6a65-4538-a5e1-c87e14ca7a61" providerId="AD" clId="Web-{6014D375-978A-3D61-3F67-6AD4F1C1FE5A}" dt="2023-10-07T09:05:03.994" v="434" actId="1076"/>
        <pc:sldMkLst>
          <pc:docMk/>
          <pc:sldMk cId="2393680182" sldId="488"/>
        </pc:sldMkLst>
        <pc:spChg chg="mod">
          <ac:chgData name="Suraj Chopade" userId="S::suraj.chopade@bostoninstituteofanalytics.org::dcc44ee8-6a65-4538-a5e1-c87e14ca7a61" providerId="AD" clId="Web-{6014D375-978A-3D61-3F67-6AD4F1C1FE5A}" dt="2023-10-07T09:05:03.994" v="434" actId="1076"/>
          <ac:spMkLst>
            <pc:docMk/>
            <pc:sldMk cId="2393680182" sldId="488"/>
            <ac:spMk id="2" creationId="{F7761F45-99CF-5094-8BAE-64DDA34139B5}"/>
          </ac:spMkLst>
        </pc:spChg>
        <pc:spChg chg="mod">
          <ac:chgData name="Suraj Chopade" userId="S::suraj.chopade@bostoninstituteofanalytics.org::dcc44ee8-6a65-4538-a5e1-c87e14ca7a61" providerId="AD" clId="Web-{6014D375-978A-3D61-3F67-6AD4F1C1FE5A}" dt="2023-10-07T09:03:23.928" v="405" actId="14100"/>
          <ac:spMkLst>
            <pc:docMk/>
            <pc:sldMk cId="2393680182" sldId="488"/>
            <ac:spMk id="9" creationId="{2FDADD92-4E39-7713-520E-D88B1D53A255}"/>
          </ac:spMkLst>
        </pc:spChg>
      </pc:sldChg>
      <pc:sldChg chg="addSp modSp add replId">
        <pc:chgData name="Suraj Chopade" userId="S::suraj.chopade@bostoninstituteofanalytics.org::dcc44ee8-6a65-4538-a5e1-c87e14ca7a61" providerId="AD" clId="Web-{6014D375-978A-3D61-3F67-6AD4F1C1FE5A}" dt="2023-10-07T09:27:25.726" v="443" actId="1076"/>
        <pc:sldMkLst>
          <pc:docMk/>
          <pc:sldMk cId="1794145806" sldId="489"/>
        </pc:sldMkLst>
        <pc:spChg chg="mod">
          <ac:chgData name="Suraj Chopade" userId="S::suraj.chopade@bostoninstituteofanalytics.org::dcc44ee8-6a65-4538-a5e1-c87e14ca7a61" providerId="AD" clId="Web-{6014D375-978A-3D61-3F67-6AD4F1C1FE5A}" dt="2023-10-07T09:27:09.132" v="438" actId="20577"/>
          <ac:spMkLst>
            <pc:docMk/>
            <pc:sldMk cId="1794145806" sldId="489"/>
            <ac:spMk id="2" creationId="{F7761F45-99CF-5094-8BAE-64DDA34139B5}"/>
          </ac:spMkLst>
        </pc:spChg>
        <pc:picChg chg="add mod">
          <ac:chgData name="Suraj Chopade" userId="S::suraj.chopade@bostoninstituteofanalytics.org::dcc44ee8-6a65-4538-a5e1-c87e14ca7a61" providerId="AD" clId="Web-{6014D375-978A-3D61-3F67-6AD4F1C1FE5A}" dt="2023-10-07T09:27:25.726" v="443" actId="1076"/>
          <ac:picMkLst>
            <pc:docMk/>
            <pc:sldMk cId="1794145806" sldId="489"/>
            <ac:picMk id="3" creationId="{E45D56F4-E116-9BEC-49D3-E076ADA6E606}"/>
          </ac:picMkLst>
        </pc:picChg>
      </pc:sldChg>
      <pc:sldChg chg="addSp delSp modSp add ord replId">
        <pc:chgData name="Suraj Chopade" userId="S::suraj.chopade@bostoninstituteofanalytics.org::dcc44ee8-6a65-4538-a5e1-c87e14ca7a61" providerId="AD" clId="Web-{6014D375-978A-3D61-3F67-6AD4F1C1FE5A}" dt="2023-10-07T09:44:14.794" v="609" actId="20577"/>
        <pc:sldMkLst>
          <pc:docMk/>
          <pc:sldMk cId="1281757821" sldId="490"/>
        </pc:sldMkLst>
        <pc:spChg chg="mod">
          <ac:chgData name="Suraj Chopade" userId="S::suraj.chopade@bostoninstituteofanalytics.org::dcc44ee8-6a65-4538-a5e1-c87e14ca7a61" providerId="AD" clId="Web-{6014D375-978A-3D61-3F67-6AD4F1C1FE5A}" dt="2023-10-07T09:44:14.794" v="609" actId="20577"/>
          <ac:spMkLst>
            <pc:docMk/>
            <pc:sldMk cId="1281757821" sldId="490"/>
            <ac:spMk id="2" creationId="{F7761F45-99CF-5094-8BAE-64DDA34139B5}"/>
          </ac:spMkLst>
        </pc:spChg>
        <pc:spChg chg="mod">
          <ac:chgData name="Suraj Chopade" userId="S::suraj.chopade@bostoninstituteofanalytics.org::dcc44ee8-6a65-4538-a5e1-c87e14ca7a61" providerId="AD" clId="Web-{6014D375-978A-3D61-3F67-6AD4F1C1FE5A}" dt="2023-10-07T09:41:16.834" v="578" actId="1076"/>
          <ac:spMkLst>
            <pc:docMk/>
            <pc:sldMk cId="1281757821" sldId="490"/>
            <ac:spMk id="9" creationId="{2FDADD92-4E39-7713-520E-D88B1D53A255}"/>
          </ac:spMkLst>
        </pc:spChg>
        <pc:picChg chg="add del mod">
          <ac:chgData name="Suraj Chopade" userId="S::suraj.chopade@bostoninstituteofanalytics.org::dcc44ee8-6a65-4538-a5e1-c87e14ca7a61" providerId="AD" clId="Web-{6014D375-978A-3D61-3F67-6AD4F1C1FE5A}" dt="2023-10-07T09:35:28.994" v="514"/>
          <ac:picMkLst>
            <pc:docMk/>
            <pc:sldMk cId="1281757821" sldId="490"/>
            <ac:picMk id="3" creationId="{5429A78C-897A-9213-BE8F-B55788B548FD}"/>
          </ac:picMkLst>
        </pc:picChg>
        <pc:picChg chg="add del mod">
          <ac:chgData name="Suraj Chopade" userId="S::suraj.chopade@bostoninstituteofanalytics.org::dcc44ee8-6a65-4538-a5e1-c87e14ca7a61" providerId="AD" clId="Web-{6014D375-978A-3D61-3F67-6AD4F1C1FE5A}" dt="2023-10-07T09:42:10.367" v="601"/>
          <ac:picMkLst>
            <pc:docMk/>
            <pc:sldMk cId="1281757821" sldId="490"/>
            <ac:picMk id="4" creationId="{6670F3D7-1546-8B1F-41BE-8BD92E3A0D09}"/>
          </ac:picMkLst>
        </pc:picChg>
        <pc:picChg chg="add mod">
          <ac:chgData name="Suraj Chopade" userId="S::suraj.chopade@bostoninstituteofanalytics.org::dcc44ee8-6a65-4538-a5e1-c87e14ca7a61" providerId="AD" clId="Web-{6014D375-978A-3D61-3F67-6AD4F1C1FE5A}" dt="2023-10-07T09:43:50.418" v="605" actId="1076"/>
          <ac:picMkLst>
            <pc:docMk/>
            <pc:sldMk cId="1281757821" sldId="490"/>
            <ac:picMk id="5" creationId="{40C7FF46-B97B-CF57-6999-DAA562307A0E}"/>
          </ac:picMkLst>
        </pc:picChg>
      </pc:sldChg>
      <pc:sldChg chg="modSp add ord replId">
        <pc:chgData name="Suraj Chopade" userId="S::suraj.chopade@bostoninstituteofanalytics.org::dcc44ee8-6a65-4538-a5e1-c87e14ca7a61" providerId="AD" clId="Web-{6014D375-978A-3D61-3F67-6AD4F1C1FE5A}" dt="2023-10-07T09:39:23.580" v="559" actId="20577"/>
        <pc:sldMkLst>
          <pc:docMk/>
          <pc:sldMk cId="3802794363" sldId="491"/>
        </pc:sldMkLst>
        <pc:spChg chg="mod">
          <ac:chgData name="Suraj Chopade" userId="S::suraj.chopade@bostoninstituteofanalytics.org::dcc44ee8-6a65-4538-a5e1-c87e14ca7a61" providerId="AD" clId="Web-{6014D375-978A-3D61-3F67-6AD4F1C1FE5A}" dt="2023-10-07T09:39:23.580" v="559" actId="20577"/>
          <ac:spMkLst>
            <pc:docMk/>
            <pc:sldMk cId="3802794363" sldId="491"/>
            <ac:spMk id="2" creationId="{F7761F45-99CF-5094-8BAE-64DDA34139B5}"/>
          </ac:spMkLst>
        </pc:spChg>
      </pc:sldChg>
      <pc:sldChg chg="modSp add ord replId">
        <pc:chgData name="Suraj Chopade" userId="S::suraj.chopade@bostoninstituteofanalytics.org::dcc44ee8-6a65-4538-a5e1-c87e14ca7a61" providerId="AD" clId="Web-{6014D375-978A-3D61-3F67-6AD4F1C1FE5A}" dt="2023-10-07T09:44:31.982" v="610"/>
        <pc:sldMkLst>
          <pc:docMk/>
          <pc:sldMk cId="15428375" sldId="492"/>
        </pc:sldMkLst>
        <pc:spChg chg="mod">
          <ac:chgData name="Suraj Chopade" userId="S::suraj.chopade@bostoninstituteofanalytics.org::dcc44ee8-6a65-4538-a5e1-c87e14ca7a61" providerId="AD" clId="Web-{6014D375-978A-3D61-3F67-6AD4F1C1FE5A}" dt="2023-10-07T09:40:57.521" v="569" actId="20577"/>
          <ac:spMkLst>
            <pc:docMk/>
            <pc:sldMk cId="15428375" sldId="492"/>
            <ac:spMk id="9" creationId="{2FDADD92-4E39-7713-520E-D88B1D53A255}"/>
          </ac:spMkLst>
        </pc:spChg>
      </pc:sldChg>
      <pc:sldChg chg="addSp delSp modSp add replId">
        <pc:chgData name="Suraj Chopade" userId="S::suraj.chopade@bostoninstituteofanalytics.org::dcc44ee8-6a65-4538-a5e1-c87e14ca7a61" providerId="AD" clId="Web-{6014D375-978A-3D61-3F67-6AD4F1C1FE5A}" dt="2023-10-07T10:15:53.738" v="716" actId="1076"/>
        <pc:sldMkLst>
          <pc:docMk/>
          <pc:sldMk cId="2447148602" sldId="493"/>
        </pc:sldMkLst>
        <pc:spChg chg="mod">
          <ac:chgData name="Suraj Chopade" userId="S::suraj.chopade@bostoninstituteofanalytics.org::dcc44ee8-6a65-4538-a5e1-c87e14ca7a61" providerId="AD" clId="Web-{6014D375-978A-3D61-3F67-6AD4F1C1FE5A}" dt="2023-10-07T10:09:24.224" v="658" actId="1076"/>
          <ac:spMkLst>
            <pc:docMk/>
            <pc:sldMk cId="2447148602" sldId="493"/>
            <ac:spMk id="2" creationId="{F7761F45-99CF-5094-8BAE-64DDA34139B5}"/>
          </ac:spMkLst>
        </pc:spChg>
        <pc:spChg chg="add mod">
          <ac:chgData name="Suraj Chopade" userId="S::suraj.chopade@bostoninstituteofanalytics.org::dcc44ee8-6a65-4538-a5e1-c87e14ca7a61" providerId="AD" clId="Web-{6014D375-978A-3D61-3F67-6AD4F1C1FE5A}" dt="2023-10-07T10:09:14.739" v="655" actId="1076"/>
          <ac:spMkLst>
            <pc:docMk/>
            <pc:sldMk cId="2447148602" sldId="493"/>
            <ac:spMk id="4" creationId="{4C524911-5003-2C9A-8D1F-7E1DC8727EED}"/>
          </ac:spMkLst>
        </pc:spChg>
        <pc:spChg chg="mod">
          <ac:chgData name="Suraj Chopade" userId="S::suraj.chopade@bostoninstituteofanalytics.org::dcc44ee8-6a65-4538-a5e1-c87e14ca7a61" providerId="AD" clId="Web-{6014D375-978A-3D61-3F67-6AD4F1C1FE5A}" dt="2023-10-07T10:15:53.738" v="716" actId="1076"/>
          <ac:spMkLst>
            <pc:docMk/>
            <pc:sldMk cId="2447148602" sldId="493"/>
            <ac:spMk id="9" creationId="{2FDADD92-4E39-7713-520E-D88B1D53A255}"/>
          </ac:spMkLst>
        </pc:spChg>
        <pc:picChg chg="add mod">
          <ac:chgData name="Suraj Chopade" userId="S::suraj.chopade@bostoninstituteofanalytics.org::dcc44ee8-6a65-4538-a5e1-c87e14ca7a61" providerId="AD" clId="Web-{6014D375-978A-3D61-3F67-6AD4F1C1FE5A}" dt="2023-10-07T10:09:28.755" v="660" actId="1076"/>
          <ac:picMkLst>
            <pc:docMk/>
            <pc:sldMk cId="2447148602" sldId="493"/>
            <ac:picMk id="3" creationId="{F439516A-B73A-3BC4-0615-79304C982913}"/>
          </ac:picMkLst>
        </pc:picChg>
        <pc:picChg chg="del">
          <ac:chgData name="Suraj Chopade" userId="S::suraj.chopade@bostoninstituteofanalytics.org::dcc44ee8-6a65-4538-a5e1-c87e14ca7a61" providerId="AD" clId="Web-{6014D375-978A-3D61-3F67-6AD4F1C1FE5A}" dt="2023-10-07T09:58:36.622" v="621"/>
          <ac:picMkLst>
            <pc:docMk/>
            <pc:sldMk cId="2447148602" sldId="493"/>
            <ac:picMk id="5" creationId="{40C7FF46-B97B-CF57-6999-DAA562307A0E}"/>
          </ac:picMkLst>
        </pc:picChg>
      </pc:sldChg>
      <pc:sldChg chg="add del replId">
        <pc:chgData name="Suraj Chopade" userId="S::suraj.chopade@bostoninstituteofanalytics.org::dcc44ee8-6a65-4538-a5e1-c87e14ca7a61" providerId="AD" clId="Web-{6014D375-978A-3D61-3F67-6AD4F1C1FE5A}" dt="2023-10-07T09:40:27.801" v="568"/>
        <pc:sldMkLst>
          <pc:docMk/>
          <pc:sldMk cId="4057172013" sldId="493"/>
        </pc:sldMkLst>
      </pc:sldChg>
      <pc:sldChg chg="addSp delSp modSp add replId">
        <pc:chgData name="Suraj Chopade" userId="S::suraj.chopade@bostoninstituteofanalytics.org::dcc44ee8-6a65-4538-a5e1-c87e14ca7a61" providerId="AD" clId="Web-{6014D375-978A-3D61-3F67-6AD4F1C1FE5A}" dt="2023-10-07T10:26:33.636" v="781" actId="1076"/>
        <pc:sldMkLst>
          <pc:docMk/>
          <pc:sldMk cId="3592800487" sldId="494"/>
        </pc:sldMkLst>
        <pc:spChg chg="mod">
          <ac:chgData name="Suraj Chopade" userId="S::suraj.chopade@bostoninstituteofanalytics.org::dcc44ee8-6a65-4538-a5e1-c87e14ca7a61" providerId="AD" clId="Web-{6014D375-978A-3D61-3F67-6AD4F1C1FE5A}" dt="2023-10-07T10:26:21.964" v="777" actId="1076"/>
          <ac:spMkLst>
            <pc:docMk/>
            <pc:sldMk cId="3592800487" sldId="494"/>
            <ac:spMk id="2" creationId="{F7761F45-99CF-5094-8BAE-64DDA34139B5}"/>
          </ac:spMkLst>
        </pc:spChg>
        <pc:spChg chg="del">
          <ac:chgData name="Suraj Chopade" userId="S::suraj.chopade@bostoninstituteofanalytics.org::dcc44ee8-6a65-4538-a5e1-c87e14ca7a61" providerId="AD" clId="Web-{6014D375-978A-3D61-3F67-6AD4F1C1FE5A}" dt="2023-10-07T10:11:40.807" v="663"/>
          <ac:spMkLst>
            <pc:docMk/>
            <pc:sldMk cId="3592800487" sldId="494"/>
            <ac:spMk id="4" creationId="{4C524911-5003-2C9A-8D1F-7E1DC8727EED}"/>
          </ac:spMkLst>
        </pc:spChg>
        <pc:spChg chg="add mod">
          <ac:chgData name="Suraj Chopade" userId="S::suraj.chopade@bostoninstituteofanalytics.org::dcc44ee8-6a65-4538-a5e1-c87e14ca7a61" providerId="AD" clId="Web-{6014D375-978A-3D61-3F67-6AD4F1C1FE5A}" dt="2023-10-07T10:26:33.636" v="781" actId="1076"/>
          <ac:spMkLst>
            <pc:docMk/>
            <pc:sldMk cId="3592800487" sldId="494"/>
            <ac:spMk id="8" creationId="{437EBE6B-C5A9-D984-0471-B2A5155127E8}"/>
          </ac:spMkLst>
        </pc:spChg>
        <pc:spChg chg="mod">
          <ac:chgData name="Suraj Chopade" userId="S::suraj.chopade@bostoninstituteofanalytics.org::dcc44ee8-6a65-4538-a5e1-c87e14ca7a61" providerId="AD" clId="Web-{6014D375-978A-3D61-3F67-6AD4F1C1FE5A}" dt="2023-10-07T10:17:20.538" v="725" actId="1076"/>
          <ac:spMkLst>
            <pc:docMk/>
            <pc:sldMk cId="3592800487" sldId="494"/>
            <ac:spMk id="9" creationId="{2FDADD92-4E39-7713-520E-D88B1D53A255}"/>
          </ac:spMkLst>
        </pc:spChg>
        <pc:picChg chg="del">
          <ac:chgData name="Suraj Chopade" userId="S::suraj.chopade@bostoninstituteofanalytics.org::dcc44ee8-6a65-4538-a5e1-c87e14ca7a61" providerId="AD" clId="Web-{6014D375-978A-3D61-3F67-6AD4F1C1FE5A}" dt="2023-10-07T10:11:38.072" v="662"/>
          <ac:picMkLst>
            <pc:docMk/>
            <pc:sldMk cId="3592800487" sldId="494"/>
            <ac:picMk id="3" creationId="{F439516A-B73A-3BC4-0615-79304C982913}"/>
          </ac:picMkLst>
        </pc:picChg>
        <pc:picChg chg="add del mod">
          <ac:chgData name="Suraj Chopade" userId="S::suraj.chopade@bostoninstituteofanalytics.org::dcc44ee8-6a65-4538-a5e1-c87e14ca7a61" providerId="AD" clId="Web-{6014D375-978A-3D61-3F67-6AD4F1C1FE5A}" dt="2023-10-07T10:23:42.801" v="752"/>
          <ac:picMkLst>
            <pc:docMk/>
            <pc:sldMk cId="3592800487" sldId="494"/>
            <ac:picMk id="5" creationId="{6E6C9DB9-6D09-F9E0-4018-B47989AE39DF}"/>
          </ac:picMkLst>
        </pc:picChg>
        <pc:picChg chg="mod">
          <ac:chgData name="Suraj Chopade" userId="S::suraj.chopade@bostoninstituteofanalytics.org::dcc44ee8-6a65-4538-a5e1-c87e14ca7a61" providerId="AD" clId="Web-{6014D375-978A-3D61-3F67-6AD4F1C1FE5A}" dt="2023-10-07T10:12:33.230" v="687" actId="1076"/>
          <ac:picMkLst>
            <pc:docMk/>
            <pc:sldMk cId="3592800487" sldId="494"/>
            <ac:picMk id="6" creationId="{00000000-0000-0000-0000-000000000000}"/>
          </ac:picMkLst>
        </pc:picChg>
        <pc:picChg chg="add mod">
          <ac:chgData name="Suraj Chopade" userId="S::suraj.chopade@bostoninstituteofanalytics.org::dcc44ee8-6a65-4538-a5e1-c87e14ca7a61" providerId="AD" clId="Web-{6014D375-978A-3D61-3F67-6AD4F1C1FE5A}" dt="2023-10-07T10:26:28.714" v="779" actId="1076"/>
          <ac:picMkLst>
            <pc:docMk/>
            <pc:sldMk cId="3592800487" sldId="494"/>
            <ac:picMk id="7" creationId="{2D87856E-140B-00DD-1CDC-0ED8280D91AD}"/>
          </ac:picMkLst>
        </pc:picChg>
      </pc:sldChg>
      <pc:sldChg chg="add replId">
        <pc:chgData name="Suraj Chopade" userId="S::suraj.chopade@bostoninstituteofanalytics.org::dcc44ee8-6a65-4538-a5e1-c87e14ca7a61" providerId="AD" clId="Web-{6014D375-978A-3D61-3F67-6AD4F1C1FE5A}" dt="2023-10-07T10:17:06.021" v="717"/>
        <pc:sldMkLst>
          <pc:docMk/>
          <pc:sldMk cId="3469038299" sldId="495"/>
        </pc:sldMkLst>
      </pc:sldChg>
      <pc:sldChg chg="modSp add ord replId modNotes">
        <pc:chgData name="Suraj Chopade" userId="S::suraj.chopade@bostoninstituteofanalytics.org::dcc44ee8-6a65-4538-a5e1-c87e14ca7a61" providerId="AD" clId="Web-{6014D375-978A-3D61-3F67-6AD4F1C1FE5A}" dt="2023-10-07T11:30:27.996" v="972"/>
        <pc:sldMkLst>
          <pc:docMk/>
          <pc:sldMk cId="3658381137" sldId="496"/>
        </pc:sldMkLst>
        <pc:spChg chg="mod">
          <ac:chgData name="Suraj Chopade" userId="S::suraj.chopade@bostoninstituteofanalytics.org::dcc44ee8-6a65-4538-a5e1-c87e14ca7a61" providerId="AD" clId="Web-{6014D375-978A-3D61-3F67-6AD4F1C1FE5A}" dt="2023-10-07T10:47:47.345" v="804" actId="1076"/>
          <ac:spMkLst>
            <pc:docMk/>
            <pc:sldMk cId="3658381137" sldId="496"/>
            <ac:spMk id="2" creationId="{F7761F45-99CF-5094-8BAE-64DDA34139B5}"/>
          </ac:spMkLst>
        </pc:spChg>
        <pc:spChg chg="mod">
          <ac:chgData name="Suraj Chopade" userId="S::suraj.chopade@bostoninstituteofanalytics.org::dcc44ee8-6a65-4538-a5e1-c87e14ca7a61" providerId="AD" clId="Web-{6014D375-978A-3D61-3F67-6AD4F1C1FE5A}" dt="2023-10-07T10:45:38.813" v="789" actId="1076"/>
          <ac:spMkLst>
            <pc:docMk/>
            <pc:sldMk cId="3658381137" sldId="496"/>
            <ac:spMk id="9" creationId="{2FDADD92-4E39-7713-520E-D88B1D53A255}"/>
          </ac:spMkLst>
        </pc:spChg>
      </pc:sldChg>
      <pc:sldChg chg="addSp modSp add replId modNotes">
        <pc:chgData name="Suraj Chopade" userId="S::suraj.chopade@bostoninstituteofanalytics.org::dcc44ee8-6a65-4538-a5e1-c87e14ca7a61" providerId="AD" clId="Web-{6014D375-978A-3D61-3F67-6AD4F1C1FE5A}" dt="2023-10-07T12:03:53.026" v="1164"/>
        <pc:sldMkLst>
          <pc:docMk/>
          <pc:sldMk cId="2004310942" sldId="497"/>
        </pc:sldMkLst>
        <pc:spChg chg="mod">
          <ac:chgData name="Suraj Chopade" userId="S::suraj.chopade@bostoninstituteofanalytics.org::dcc44ee8-6a65-4538-a5e1-c87e14ca7a61" providerId="AD" clId="Web-{6014D375-978A-3D61-3F67-6AD4F1C1FE5A}" dt="2023-10-07T11:09:41.161" v="948" actId="1076"/>
          <ac:spMkLst>
            <pc:docMk/>
            <pc:sldMk cId="2004310942" sldId="497"/>
            <ac:spMk id="2" creationId="{F7761F45-99CF-5094-8BAE-64DDA34139B5}"/>
          </ac:spMkLst>
        </pc:spChg>
        <pc:spChg chg="add mod">
          <ac:chgData name="Suraj Chopade" userId="S::suraj.chopade@bostoninstituteofanalytics.org::dcc44ee8-6a65-4538-a5e1-c87e14ca7a61" providerId="AD" clId="Web-{6014D375-978A-3D61-3F67-6AD4F1C1FE5A}" dt="2023-10-07T11:08:47.083" v="931" actId="1076"/>
          <ac:spMkLst>
            <pc:docMk/>
            <pc:sldMk cId="2004310942" sldId="497"/>
            <ac:spMk id="4" creationId="{EDED332E-A68F-4D02-93E0-2EA2C003198B}"/>
          </ac:spMkLst>
        </pc:spChg>
        <pc:spChg chg="mod">
          <ac:chgData name="Suraj Chopade" userId="S::suraj.chopade@bostoninstituteofanalytics.org::dcc44ee8-6a65-4538-a5e1-c87e14ca7a61" providerId="AD" clId="Web-{6014D375-978A-3D61-3F67-6AD4F1C1FE5A}" dt="2023-10-07T11:04:43.504" v="841" actId="1076"/>
          <ac:spMkLst>
            <pc:docMk/>
            <pc:sldMk cId="2004310942" sldId="497"/>
            <ac:spMk id="9" creationId="{2FDADD92-4E39-7713-520E-D88B1D53A255}"/>
          </ac:spMkLst>
        </pc:spChg>
        <pc:picChg chg="add mod">
          <ac:chgData name="Suraj Chopade" userId="S::suraj.chopade@bostoninstituteofanalytics.org::dcc44ee8-6a65-4538-a5e1-c87e14ca7a61" providerId="AD" clId="Web-{6014D375-978A-3D61-3F67-6AD4F1C1FE5A}" dt="2023-10-07T11:08:58.114" v="933" actId="1076"/>
          <ac:picMkLst>
            <pc:docMk/>
            <pc:sldMk cId="2004310942" sldId="497"/>
            <ac:picMk id="3" creationId="{028FE38E-9CD7-F696-D727-215F335BDA6E}"/>
          </ac:picMkLst>
        </pc:picChg>
      </pc:sldChg>
      <pc:sldChg chg="add del replId">
        <pc:chgData name="Suraj Chopade" userId="S::suraj.chopade@bostoninstituteofanalytics.org::dcc44ee8-6a65-4538-a5e1-c87e14ca7a61" providerId="AD" clId="Web-{6014D375-978A-3D61-3F67-6AD4F1C1FE5A}" dt="2023-10-07T10:45:44.938" v="793"/>
        <pc:sldMkLst>
          <pc:docMk/>
          <pc:sldMk cId="2005875983" sldId="497"/>
        </pc:sldMkLst>
      </pc:sldChg>
      <pc:sldChg chg="modSp add ord replId modNotes">
        <pc:chgData name="Suraj Chopade" userId="S::suraj.chopade@bostoninstituteofanalytics.org::dcc44ee8-6a65-4538-a5e1-c87e14ca7a61" providerId="AD" clId="Web-{6014D375-978A-3D61-3F67-6AD4F1C1FE5A}" dt="2023-10-07T12:03:56.354" v="1166"/>
        <pc:sldMkLst>
          <pc:docMk/>
          <pc:sldMk cId="988374458" sldId="498"/>
        </pc:sldMkLst>
        <pc:spChg chg="mod">
          <ac:chgData name="Suraj Chopade" userId="S::suraj.chopade@bostoninstituteofanalytics.org::dcc44ee8-6a65-4538-a5e1-c87e14ca7a61" providerId="AD" clId="Web-{6014D375-978A-3D61-3F67-6AD4F1C1FE5A}" dt="2023-10-07T11:29:10.884" v="960" actId="20577"/>
          <ac:spMkLst>
            <pc:docMk/>
            <pc:sldMk cId="988374458" sldId="498"/>
            <ac:spMk id="2" creationId="{F7761F45-99CF-5094-8BAE-64DDA34139B5}"/>
          </ac:spMkLst>
        </pc:spChg>
      </pc:sldChg>
      <pc:sldChg chg="modSp add replId">
        <pc:chgData name="Suraj Chopade" userId="S::suraj.chopade@bostoninstituteofanalytics.org::dcc44ee8-6a65-4538-a5e1-c87e14ca7a61" providerId="AD" clId="Web-{6014D375-978A-3D61-3F67-6AD4F1C1FE5A}" dt="2023-10-07T11:41:11.884" v="1117" actId="20577"/>
        <pc:sldMkLst>
          <pc:docMk/>
          <pc:sldMk cId="578900116" sldId="499"/>
        </pc:sldMkLst>
        <pc:spChg chg="mod">
          <ac:chgData name="Suraj Chopade" userId="S::suraj.chopade@bostoninstituteofanalytics.org::dcc44ee8-6a65-4538-a5e1-c87e14ca7a61" providerId="AD" clId="Web-{6014D375-978A-3D61-3F67-6AD4F1C1FE5A}" dt="2023-10-07T11:41:11.884" v="1117" actId="20577"/>
          <ac:spMkLst>
            <pc:docMk/>
            <pc:sldMk cId="578900116" sldId="499"/>
            <ac:spMk id="2" creationId="{F7761F45-99CF-5094-8BAE-64DDA34139B5}"/>
          </ac:spMkLst>
        </pc:spChg>
        <pc:spChg chg="mod">
          <ac:chgData name="Suraj Chopade" userId="S::suraj.chopade@bostoninstituteofanalytics.org::dcc44ee8-6a65-4538-a5e1-c87e14ca7a61" providerId="AD" clId="Web-{6014D375-978A-3D61-3F67-6AD4F1C1FE5A}" dt="2023-10-07T11:32:36.158" v="987" actId="1076"/>
          <ac:spMkLst>
            <pc:docMk/>
            <pc:sldMk cId="578900116" sldId="499"/>
            <ac:spMk id="9" creationId="{2FDADD92-4E39-7713-520E-D88B1D53A255}"/>
          </ac:spMkLst>
        </pc:spChg>
      </pc:sldChg>
      <pc:sldChg chg="modSp add replId modNotes">
        <pc:chgData name="Suraj Chopade" userId="S::suraj.chopade@bostoninstituteofanalytics.org::dcc44ee8-6a65-4538-a5e1-c87e14ca7a61" providerId="AD" clId="Web-{6014D375-978A-3D61-3F67-6AD4F1C1FE5A}" dt="2023-10-07T12:03:11.384" v="1156"/>
        <pc:sldMkLst>
          <pc:docMk/>
          <pc:sldMk cId="1360406204" sldId="500"/>
        </pc:sldMkLst>
        <pc:spChg chg="mod">
          <ac:chgData name="Suraj Chopade" userId="S::suraj.chopade@bostoninstituteofanalytics.org::dcc44ee8-6a65-4538-a5e1-c87e14ca7a61" providerId="AD" clId="Web-{6014D375-978A-3D61-3F67-6AD4F1C1FE5A}" dt="2023-10-07T11:36:12.355" v="1025"/>
          <ac:spMkLst>
            <pc:docMk/>
            <pc:sldMk cId="1360406204" sldId="500"/>
            <ac:spMk id="2" creationId="{F7761F45-99CF-5094-8BAE-64DDA34139B5}"/>
          </ac:spMkLst>
        </pc:spChg>
        <pc:spChg chg="mod">
          <ac:chgData name="Suraj Chopade" userId="S::suraj.chopade@bostoninstituteofanalytics.org::dcc44ee8-6a65-4538-a5e1-c87e14ca7a61" providerId="AD" clId="Web-{6014D375-978A-3D61-3F67-6AD4F1C1FE5A}" dt="2023-10-07T11:35:50.354" v="1016" actId="1076"/>
          <ac:spMkLst>
            <pc:docMk/>
            <pc:sldMk cId="1360406204" sldId="500"/>
            <ac:spMk id="9" creationId="{2FDADD92-4E39-7713-520E-D88B1D53A255}"/>
          </ac:spMkLst>
        </pc:spChg>
      </pc:sldChg>
      <pc:sldChg chg="addSp delSp modSp add replId modNotes">
        <pc:chgData name="Suraj Chopade" userId="S::suraj.chopade@bostoninstituteofanalytics.org::dcc44ee8-6a65-4538-a5e1-c87e14ca7a61" providerId="AD" clId="Web-{6014D375-978A-3D61-3F67-6AD4F1C1FE5A}" dt="2023-10-07T12:03:07.712" v="1155"/>
        <pc:sldMkLst>
          <pc:docMk/>
          <pc:sldMk cId="518322288" sldId="501"/>
        </pc:sldMkLst>
        <pc:spChg chg="mod">
          <ac:chgData name="Suraj Chopade" userId="S::suraj.chopade@bostoninstituteofanalytics.org::dcc44ee8-6a65-4538-a5e1-c87e14ca7a61" providerId="AD" clId="Web-{6014D375-978A-3D61-3F67-6AD4F1C1FE5A}" dt="2023-10-07T11:41:02.477" v="1112" actId="20577"/>
          <ac:spMkLst>
            <pc:docMk/>
            <pc:sldMk cId="518322288" sldId="501"/>
            <ac:spMk id="2" creationId="{F7761F45-99CF-5094-8BAE-64DDA34139B5}"/>
          </ac:spMkLst>
        </pc:spChg>
        <pc:spChg chg="add del mod">
          <ac:chgData name="Suraj Chopade" userId="S::suraj.chopade@bostoninstituteofanalytics.org::dcc44ee8-6a65-4538-a5e1-c87e14ca7a61" providerId="AD" clId="Web-{6014D375-978A-3D61-3F67-6AD4F1C1FE5A}" dt="2023-10-07T11:40:21.382" v="1096"/>
          <ac:spMkLst>
            <pc:docMk/>
            <pc:sldMk cId="518322288" sldId="501"/>
            <ac:spMk id="3" creationId="{1EEC04BA-DDC0-BB03-9897-D3A7DD2B1CD6}"/>
          </ac:spMkLst>
        </pc:spChg>
        <pc:spChg chg="mod">
          <ac:chgData name="Suraj Chopade" userId="S::suraj.chopade@bostoninstituteofanalytics.org::dcc44ee8-6a65-4538-a5e1-c87e14ca7a61" providerId="AD" clId="Web-{6014D375-978A-3D61-3F67-6AD4F1C1FE5A}" dt="2023-10-07T11:40:08.365" v="1090" actId="1076"/>
          <ac:spMkLst>
            <pc:docMk/>
            <pc:sldMk cId="518322288" sldId="501"/>
            <ac:spMk id="9" creationId="{2FDADD92-4E39-7713-520E-D88B1D53A255}"/>
          </ac:spMkLst>
        </pc:spChg>
      </pc:sldChg>
      <pc:sldChg chg="modSp add replId modNotes">
        <pc:chgData name="Suraj Chopade" userId="S::suraj.chopade@bostoninstituteofanalytics.org::dcc44ee8-6a65-4538-a5e1-c87e14ca7a61" providerId="AD" clId="Web-{6014D375-978A-3D61-3F67-6AD4F1C1FE5A}" dt="2023-10-07T12:03:03.915" v="1154"/>
        <pc:sldMkLst>
          <pc:docMk/>
          <pc:sldMk cId="2194005509" sldId="502"/>
        </pc:sldMkLst>
        <pc:spChg chg="mod">
          <ac:chgData name="Suraj Chopade" userId="S::suraj.chopade@bostoninstituteofanalytics.org::dcc44ee8-6a65-4538-a5e1-c87e14ca7a61" providerId="AD" clId="Web-{6014D375-978A-3D61-3F67-6AD4F1C1FE5A}" dt="2023-10-07T12:02:27.867" v="1152" actId="1076"/>
          <ac:spMkLst>
            <pc:docMk/>
            <pc:sldMk cId="2194005509" sldId="502"/>
            <ac:spMk id="2" creationId="{F7761F45-99CF-5094-8BAE-64DDA34139B5}"/>
          </ac:spMkLst>
        </pc:spChg>
        <pc:spChg chg="mod">
          <ac:chgData name="Suraj Chopade" userId="S::suraj.chopade@bostoninstituteofanalytics.org::dcc44ee8-6a65-4538-a5e1-c87e14ca7a61" providerId="AD" clId="Web-{6014D375-978A-3D61-3F67-6AD4F1C1FE5A}" dt="2023-10-07T12:01:17.178" v="1133" actId="1076"/>
          <ac:spMkLst>
            <pc:docMk/>
            <pc:sldMk cId="2194005509" sldId="502"/>
            <ac:spMk id="9" creationId="{2FDADD92-4E39-7713-520E-D88B1D53A255}"/>
          </ac:spMkLst>
        </pc:spChg>
      </pc:sldChg>
      <pc:sldChg chg="modSp add replId">
        <pc:chgData name="Suraj Chopade" userId="S::suraj.chopade@bostoninstituteofanalytics.org::dcc44ee8-6a65-4538-a5e1-c87e14ca7a61" providerId="AD" clId="Web-{6014D375-978A-3D61-3F67-6AD4F1C1FE5A}" dt="2023-10-07T12:25:30.205" v="1180" actId="20577"/>
        <pc:sldMkLst>
          <pc:docMk/>
          <pc:sldMk cId="1122122428" sldId="503"/>
        </pc:sldMkLst>
        <pc:spChg chg="mod">
          <ac:chgData name="Suraj Chopade" userId="S::suraj.chopade@bostoninstituteofanalytics.org::dcc44ee8-6a65-4538-a5e1-c87e14ca7a61" providerId="AD" clId="Web-{6014D375-978A-3D61-3F67-6AD4F1C1FE5A}" dt="2023-10-07T12:25:30.205" v="1180" actId="20577"/>
          <ac:spMkLst>
            <pc:docMk/>
            <pc:sldMk cId="1122122428" sldId="503"/>
            <ac:spMk id="2" creationId="{F7761F45-99CF-5094-8BAE-64DDA34139B5}"/>
          </ac:spMkLst>
        </pc:spChg>
        <pc:spChg chg="mod">
          <ac:chgData name="Suraj Chopade" userId="S::suraj.chopade@bostoninstituteofanalytics.org::dcc44ee8-6a65-4538-a5e1-c87e14ca7a61" providerId="AD" clId="Web-{6014D375-978A-3D61-3F67-6AD4F1C1FE5A}" dt="2023-10-07T12:24:20.312" v="1171" actId="20577"/>
          <ac:spMkLst>
            <pc:docMk/>
            <pc:sldMk cId="1122122428" sldId="503"/>
            <ac:spMk id="9" creationId="{2FDADD92-4E39-7713-520E-D88B1D53A255}"/>
          </ac:spMkLst>
        </pc:spChg>
      </pc:sldChg>
    </pc:docChg>
  </pc:docChgLst>
  <pc:docChgLst>
    <pc:chgData name="Suraj Chopade" userId="S::suraj.chopade@bostoninstituteofanalytics.org::dcc44ee8-6a65-4538-a5e1-c87e14ca7a61" providerId="AD" clId="Web-{053F1D2B-53AA-6ADE-167B-F3376F0E876B}"/>
    <pc:docChg chg="addSld delSld modSld">
      <pc:chgData name="Suraj Chopade" userId="S::suraj.chopade@bostoninstituteofanalytics.org::dcc44ee8-6a65-4538-a5e1-c87e14ca7a61" providerId="AD" clId="Web-{053F1D2B-53AA-6ADE-167B-F3376F0E876B}" dt="2023-10-05T13:51:56.032" v="1691" actId="14100"/>
      <pc:docMkLst>
        <pc:docMk/>
      </pc:docMkLst>
      <pc:sldChg chg="modSp">
        <pc:chgData name="Suraj Chopade" userId="S::suraj.chopade@bostoninstituteofanalytics.org::dcc44ee8-6a65-4538-a5e1-c87e14ca7a61" providerId="AD" clId="Web-{053F1D2B-53AA-6ADE-167B-F3376F0E876B}" dt="2023-10-05T13:50:43.248" v="1673" actId="20577"/>
        <pc:sldMkLst>
          <pc:docMk/>
          <pc:sldMk cId="2503897231" sldId="283"/>
        </pc:sldMkLst>
        <pc:spChg chg="mod">
          <ac:chgData name="Suraj Chopade" userId="S::suraj.chopade@bostoninstituteofanalytics.org::dcc44ee8-6a65-4538-a5e1-c87e14ca7a61" providerId="AD" clId="Web-{053F1D2B-53AA-6ADE-167B-F3376F0E876B}" dt="2023-10-05T13:50:43.248" v="1673" actId="20577"/>
          <ac:spMkLst>
            <pc:docMk/>
            <pc:sldMk cId="2503897231" sldId="283"/>
            <ac:spMk id="5" creationId="{F1E094BE-D838-D72B-D901-D29AF46966E7}"/>
          </ac:spMkLst>
        </pc:spChg>
      </pc:sldChg>
      <pc:sldChg chg="modSp">
        <pc:chgData name="Suraj Chopade" userId="S::suraj.chopade@bostoninstituteofanalytics.org::dcc44ee8-6a65-4538-a5e1-c87e14ca7a61" providerId="AD" clId="Web-{053F1D2B-53AA-6ADE-167B-F3376F0E876B}" dt="2023-10-05T12:05:35.941" v="31" actId="1076"/>
        <pc:sldMkLst>
          <pc:docMk/>
          <pc:sldMk cId="4235558439" sldId="287"/>
        </pc:sldMkLst>
        <pc:spChg chg="mod">
          <ac:chgData name="Suraj Chopade" userId="S::suraj.chopade@bostoninstituteofanalytics.org::dcc44ee8-6a65-4538-a5e1-c87e14ca7a61" providerId="AD" clId="Web-{053F1D2B-53AA-6ADE-167B-F3376F0E876B}" dt="2023-10-05T12:05:35.941" v="31" actId="1076"/>
          <ac:spMkLst>
            <pc:docMk/>
            <pc:sldMk cId="4235558439" sldId="287"/>
            <ac:spMk id="3" creationId="{5FAF0B8B-2FA0-7D88-B529-85CF2FDB866C}"/>
          </ac:spMkLst>
        </pc:spChg>
        <pc:spChg chg="mod">
          <ac:chgData name="Suraj Chopade" userId="S::suraj.chopade@bostoninstituteofanalytics.org::dcc44ee8-6a65-4538-a5e1-c87e14ca7a61" providerId="AD" clId="Web-{053F1D2B-53AA-6ADE-167B-F3376F0E876B}" dt="2023-10-05T12:04:47.892" v="3" actId="20577"/>
          <ac:spMkLst>
            <pc:docMk/>
            <pc:sldMk cId="4235558439" sldId="287"/>
            <ac:spMk id="9" creationId="{2FDADD92-4E39-7713-520E-D88B1D53A255}"/>
          </ac:spMkLst>
        </pc:spChg>
      </pc:sldChg>
      <pc:sldChg chg="addSp modSp">
        <pc:chgData name="Suraj Chopade" userId="S::suraj.chopade@bostoninstituteofanalytics.org::dcc44ee8-6a65-4538-a5e1-c87e14ca7a61" providerId="AD" clId="Web-{053F1D2B-53AA-6ADE-167B-F3376F0E876B}" dt="2023-10-05T12:13:52.177" v="103" actId="1076"/>
        <pc:sldMkLst>
          <pc:docMk/>
          <pc:sldMk cId="1726830" sldId="314"/>
        </pc:sldMkLst>
        <pc:spChg chg="mod">
          <ac:chgData name="Suraj Chopade" userId="S::suraj.chopade@bostoninstituteofanalytics.org::dcc44ee8-6a65-4538-a5e1-c87e14ca7a61" providerId="AD" clId="Web-{053F1D2B-53AA-6ADE-167B-F3376F0E876B}" dt="2023-10-05T12:13:46.083" v="102" actId="20577"/>
          <ac:spMkLst>
            <pc:docMk/>
            <pc:sldMk cId="1726830" sldId="314"/>
            <ac:spMk id="2" creationId="{F7761F45-99CF-5094-8BAE-64DDA34139B5}"/>
          </ac:spMkLst>
        </pc:spChg>
        <pc:spChg chg="add mod">
          <ac:chgData name="Suraj Chopade" userId="S::suraj.chopade@bostoninstituteofanalytics.org::dcc44ee8-6a65-4538-a5e1-c87e14ca7a61" providerId="AD" clId="Web-{053F1D2B-53AA-6ADE-167B-F3376F0E876B}" dt="2023-10-05T12:13:52.177" v="103" actId="1076"/>
          <ac:spMkLst>
            <pc:docMk/>
            <pc:sldMk cId="1726830" sldId="314"/>
            <ac:spMk id="3" creationId="{1065F7F5-0662-8B7F-C981-331BAFCF0D3C}"/>
          </ac:spMkLst>
        </pc:spChg>
        <pc:spChg chg="mod">
          <ac:chgData name="Suraj Chopade" userId="S::suraj.chopade@bostoninstituteofanalytics.org::dcc44ee8-6a65-4538-a5e1-c87e14ca7a61" providerId="AD" clId="Web-{053F1D2B-53AA-6ADE-167B-F3376F0E876B}" dt="2023-10-05T12:11:06.265" v="37" actId="20577"/>
          <ac:spMkLst>
            <pc:docMk/>
            <pc:sldMk cId="1726830" sldId="314"/>
            <ac:spMk id="9" creationId="{2FDADD92-4E39-7713-520E-D88B1D53A255}"/>
          </ac:spMkLst>
        </pc:spChg>
      </pc:sldChg>
      <pc:sldChg chg="modSp">
        <pc:chgData name="Suraj Chopade" userId="S::suraj.chopade@bostoninstituteofanalytics.org::dcc44ee8-6a65-4538-a5e1-c87e14ca7a61" providerId="AD" clId="Web-{053F1D2B-53AA-6ADE-167B-F3376F0E876B}" dt="2023-10-05T12:16:24.152" v="156" actId="20577"/>
        <pc:sldMkLst>
          <pc:docMk/>
          <pc:sldMk cId="3709622772" sldId="342"/>
        </pc:sldMkLst>
        <pc:spChg chg="mod">
          <ac:chgData name="Suraj Chopade" userId="S::suraj.chopade@bostoninstituteofanalytics.org::dcc44ee8-6a65-4538-a5e1-c87e14ca7a61" providerId="AD" clId="Web-{053F1D2B-53AA-6ADE-167B-F3376F0E876B}" dt="2023-10-05T12:16:24.152" v="156" actId="20577"/>
          <ac:spMkLst>
            <pc:docMk/>
            <pc:sldMk cId="3709622772" sldId="342"/>
            <ac:spMk id="2" creationId="{F7761F45-99CF-5094-8BAE-64DDA34139B5}"/>
          </ac:spMkLst>
        </pc:spChg>
        <pc:spChg chg="mod">
          <ac:chgData name="Suraj Chopade" userId="S::suraj.chopade@bostoninstituteofanalytics.org::dcc44ee8-6a65-4538-a5e1-c87e14ca7a61" providerId="AD" clId="Web-{053F1D2B-53AA-6ADE-167B-F3376F0E876B}" dt="2023-10-05T12:15:13.852" v="116" actId="1076"/>
          <ac:spMkLst>
            <pc:docMk/>
            <pc:sldMk cId="3709622772" sldId="342"/>
            <ac:spMk id="9" creationId="{2FDADD92-4E39-7713-520E-D88B1D53A255}"/>
          </ac:spMkLst>
        </pc:spChg>
      </pc:sldChg>
      <pc:sldChg chg="del">
        <pc:chgData name="Suraj Chopade" userId="S::suraj.chopade@bostoninstituteofanalytics.org::dcc44ee8-6a65-4538-a5e1-c87e14ca7a61" providerId="AD" clId="Web-{053F1D2B-53AA-6ADE-167B-F3376F0E876B}" dt="2023-10-05T13:11:50.819" v="1018"/>
        <pc:sldMkLst>
          <pc:docMk/>
          <pc:sldMk cId="998055449" sldId="343"/>
        </pc:sldMkLst>
      </pc:sldChg>
      <pc:sldChg chg="del">
        <pc:chgData name="Suraj Chopade" userId="S::suraj.chopade@bostoninstituteofanalytics.org::dcc44ee8-6a65-4538-a5e1-c87e14ca7a61" providerId="AD" clId="Web-{053F1D2B-53AA-6ADE-167B-F3376F0E876B}" dt="2023-10-05T12:02:54.341" v="1"/>
        <pc:sldMkLst>
          <pc:docMk/>
          <pc:sldMk cId="3428756411" sldId="366"/>
        </pc:sldMkLst>
      </pc:sldChg>
      <pc:sldChg chg="del">
        <pc:chgData name="Suraj Chopade" userId="S::suraj.chopade@bostoninstituteofanalytics.org::dcc44ee8-6a65-4538-a5e1-c87e14ca7a61" providerId="AD" clId="Web-{053F1D2B-53AA-6ADE-167B-F3376F0E876B}" dt="2023-10-05T12:02:53.028" v="0"/>
        <pc:sldMkLst>
          <pc:docMk/>
          <pc:sldMk cId="4006553666" sldId="367"/>
        </pc:sldMkLst>
      </pc:sldChg>
      <pc:sldChg chg="modSp">
        <pc:chgData name="Suraj Chopade" userId="S::suraj.chopade@bostoninstituteofanalytics.org::dcc44ee8-6a65-4538-a5e1-c87e14ca7a61" providerId="AD" clId="Web-{053F1D2B-53AA-6ADE-167B-F3376F0E876B}" dt="2023-10-05T12:23:57.293" v="217" actId="1076"/>
        <pc:sldMkLst>
          <pc:docMk/>
          <pc:sldMk cId="689801169" sldId="368"/>
        </pc:sldMkLst>
        <pc:spChg chg="mod">
          <ac:chgData name="Suraj Chopade" userId="S::suraj.chopade@bostoninstituteofanalytics.org::dcc44ee8-6a65-4538-a5e1-c87e14ca7a61" providerId="AD" clId="Web-{053F1D2B-53AA-6ADE-167B-F3376F0E876B}" dt="2023-10-05T12:23:57.293" v="217" actId="1076"/>
          <ac:spMkLst>
            <pc:docMk/>
            <pc:sldMk cId="689801169" sldId="368"/>
            <ac:spMk id="2" creationId="{F7761F45-99CF-5094-8BAE-64DDA34139B5}"/>
          </ac:spMkLst>
        </pc:spChg>
        <pc:spChg chg="mod">
          <ac:chgData name="Suraj Chopade" userId="S::suraj.chopade@bostoninstituteofanalytics.org::dcc44ee8-6a65-4538-a5e1-c87e14ca7a61" providerId="AD" clId="Web-{053F1D2B-53AA-6ADE-167B-F3376F0E876B}" dt="2023-10-05T12:21:58.273" v="185" actId="1076"/>
          <ac:spMkLst>
            <pc:docMk/>
            <pc:sldMk cId="689801169" sldId="368"/>
            <ac:spMk id="9" creationId="{2FDADD92-4E39-7713-520E-D88B1D53A255}"/>
          </ac:spMkLst>
        </pc:spChg>
      </pc:sldChg>
      <pc:sldChg chg="modSp">
        <pc:chgData name="Suraj Chopade" userId="S::suraj.chopade@bostoninstituteofanalytics.org::dcc44ee8-6a65-4538-a5e1-c87e14ca7a61" providerId="AD" clId="Web-{053F1D2B-53AA-6ADE-167B-F3376F0E876B}" dt="2023-10-05T12:31:34.091" v="320" actId="20577"/>
        <pc:sldMkLst>
          <pc:docMk/>
          <pc:sldMk cId="3124109817" sldId="369"/>
        </pc:sldMkLst>
        <pc:spChg chg="mod">
          <ac:chgData name="Suraj Chopade" userId="S::suraj.chopade@bostoninstituteofanalytics.org::dcc44ee8-6a65-4538-a5e1-c87e14ca7a61" providerId="AD" clId="Web-{053F1D2B-53AA-6ADE-167B-F3376F0E876B}" dt="2023-10-05T12:31:34.091" v="320" actId="20577"/>
          <ac:spMkLst>
            <pc:docMk/>
            <pc:sldMk cId="3124109817" sldId="369"/>
            <ac:spMk id="2" creationId="{F7761F45-99CF-5094-8BAE-64DDA34139B5}"/>
          </ac:spMkLst>
        </pc:spChg>
        <pc:spChg chg="mod">
          <ac:chgData name="Suraj Chopade" userId="S::suraj.chopade@bostoninstituteofanalytics.org::dcc44ee8-6a65-4538-a5e1-c87e14ca7a61" providerId="AD" clId="Web-{053F1D2B-53AA-6ADE-167B-F3376F0E876B}" dt="2023-10-05T12:30:06.166" v="292"/>
          <ac:spMkLst>
            <pc:docMk/>
            <pc:sldMk cId="3124109817" sldId="369"/>
            <ac:spMk id="9" creationId="{2FDADD92-4E39-7713-520E-D88B1D53A255}"/>
          </ac:spMkLst>
        </pc:spChg>
      </pc:sldChg>
      <pc:sldChg chg="del">
        <pc:chgData name="Suraj Chopade" userId="S::suraj.chopade@bostoninstituteofanalytics.org::dcc44ee8-6a65-4538-a5e1-c87e14ca7a61" providerId="AD" clId="Web-{053F1D2B-53AA-6ADE-167B-F3376F0E876B}" dt="2023-10-05T13:11:50.819" v="1023"/>
        <pc:sldMkLst>
          <pc:docMk/>
          <pc:sldMk cId="4260842086" sldId="370"/>
        </pc:sldMkLst>
      </pc:sldChg>
      <pc:sldChg chg="del">
        <pc:chgData name="Suraj Chopade" userId="S::suraj.chopade@bostoninstituteofanalytics.org::dcc44ee8-6a65-4538-a5e1-c87e14ca7a61" providerId="AD" clId="Web-{053F1D2B-53AA-6ADE-167B-F3376F0E876B}" dt="2023-10-05T13:11:50.819" v="1022"/>
        <pc:sldMkLst>
          <pc:docMk/>
          <pc:sldMk cId="1367509122" sldId="371"/>
        </pc:sldMkLst>
      </pc:sldChg>
      <pc:sldChg chg="del">
        <pc:chgData name="Suraj Chopade" userId="S::suraj.chopade@bostoninstituteofanalytics.org::dcc44ee8-6a65-4538-a5e1-c87e14ca7a61" providerId="AD" clId="Web-{053F1D2B-53AA-6ADE-167B-F3376F0E876B}" dt="2023-10-05T13:11:50.819" v="1021"/>
        <pc:sldMkLst>
          <pc:docMk/>
          <pc:sldMk cId="1839542696" sldId="372"/>
        </pc:sldMkLst>
      </pc:sldChg>
      <pc:sldChg chg="del">
        <pc:chgData name="Suraj Chopade" userId="S::suraj.chopade@bostoninstituteofanalytics.org::dcc44ee8-6a65-4538-a5e1-c87e14ca7a61" providerId="AD" clId="Web-{053F1D2B-53AA-6ADE-167B-F3376F0E876B}" dt="2023-10-05T13:11:50.819" v="1020"/>
        <pc:sldMkLst>
          <pc:docMk/>
          <pc:sldMk cId="3813123597" sldId="373"/>
        </pc:sldMkLst>
      </pc:sldChg>
      <pc:sldChg chg="del">
        <pc:chgData name="Suraj Chopade" userId="S::suraj.chopade@bostoninstituteofanalytics.org::dcc44ee8-6a65-4538-a5e1-c87e14ca7a61" providerId="AD" clId="Web-{053F1D2B-53AA-6ADE-167B-F3376F0E876B}" dt="2023-10-05T13:11:50.819" v="1019"/>
        <pc:sldMkLst>
          <pc:docMk/>
          <pc:sldMk cId="1224501499" sldId="374"/>
        </pc:sldMkLst>
      </pc:sldChg>
      <pc:sldChg chg="del">
        <pc:chgData name="Suraj Chopade" userId="S::suraj.chopade@bostoninstituteofanalytics.org::dcc44ee8-6a65-4538-a5e1-c87e14ca7a61" providerId="AD" clId="Web-{053F1D2B-53AA-6ADE-167B-F3376F0E876B}" dt="2023-10-05T13:11:50.819" v="1017"/>
        <pc:sldMkLst>
          <pc:docMk/>
          <pc:sldMk cId="4224219877" sldId="375"/>
        </pc:sldMkLst>
      </pc:sldChg>
      <pc:sldChg chg="del">
        <pc:chgData name="Suraj Chopade" userId="S::suraj.chopade@bostoninstituteofanalytics.org::dcc44ee8-6a65-4538-a5e1-c87e14ca7a61" providerId="AD" clId="Web-{053F1D2B-53AA-6ADE-167B-F3376F0E876B}" dt="2023-10-05T13:11:50.819" v="1016"/>
        <pc:sldMkLst>
          <pc:docMk/>
          <pc:sldMk cId="940285765" sldId="376"/>
        </pc:sldMkLst>
      </pc:sldChg>
      <pc:sldChg chg="del">
        <pc:chgData name="Suraj Chopade" userId="S::suraj.chopade@bostoninstituteofanalytics.org::dcc44ee8-6a65-4538-a5e1-c87e14ca7a61" providerId="AD" clId="Web-{053F1D2B-53AA-6ADE-167B-F3376F0E876B}" dt="2023-10-05T13:11:50.819" v="1015"/>
        <pc:sldMkLst>
          <pc:docMk/>
          <pc:sldMk cId="1101274761" sldId="377"/>
        </pc:sldMkLst>
      </pc:sldChg>
      <pc:sldChg chg="del">
        <pc:chgData name="Suraj Chopade" userId="S::suraj.chopade@bostoninstituteofanalytics.org::dcc44ee8-6a65-4538-a5e1-c87e14ca7a61" providerId="AD" clId="Web-{053F1D2B-53AA-6ADE-167B-F3376F0E876B}" dt="2023-10-05T13:11:50.819" v="1014"/>
        <pc:sldMkLst>
          <pc:docMk/>
          <pc:sldMk cId="1574334419" sldId="378"/>
        </pc:sldMkLst>
      </pc:sldChg>
      <pc:sldChg chg="del">
        <pc:chgData name="Suraj Chopade" userId="S::suraj.chopade@bostoninstituteofanalytics.org::dcc44ee8-6a65-4538-a5e1-c87e14ca7a61" providerId="AD" clId="Web-{053F1D2B-53AA-6ADE-167B-F3376F0E876B}" dt="2023-10-05T13:11:50.819" v="1013"/>
        <pc:sldMkLst>
          <pc:docMk/>
          <pc:sldMk cId="2074956151" sldId="379"/>
        </pc:sldMkLst>
      </pc:sldChg>
      <pc:sldChg chg="del">
        <pc:chgData name="Suraj Chopade" userId="S::suraj.chopade@bostoninstituteofanalytics.org::dcc44ee8-6a65-4538-a5e1-c87e14ca7a61" providerId="AD" clId="Web-{053F1D2B-53AA-6ADE-167B-F3376F0E876B}" dt="2023-10-05T13:11:50.804" v="1012"/>
        <pc:sldMkLst>
          <pc:docMk/>
          <pc:sldMk cId="2077649857" sldId="380"/>
        </pc:sldMkLst>
      </pc:sldChg>
      <pc:sldChg chg="del">
        <pc:chgData name="Suraj Chopade" userId="S::suraj.chopade@bostoninstituteofanalytics.org::dcc44ee8-6a65-4538-a5e1-c87e14ca7a61" providerId="AD" clId="Web-{053F1D2B-53AA-6ADE-167B-F3376F0E876B}" dt="2023-10-05T13:11:50.819" v="1024"/>
        <pc:sldMkLst>
          <pc:docMk/>
          <pc:sldMk cId="3225030936" sldId="381"/>
        </pc:sldMkLst>
      </pc:sldChg>
      <pc:sldChg chg="modSp add replId">
        <pc:chgData name="Suraj Chopade" userId="S::suraj.chopade@bostoninstituteofanalytics.org::dcc44ee8-6a65-4538-a5e1-c87e14ca7a61" providerId="AD" clId="Web-{053F1D2B-53AA-6ADE-167B-F3376F0E876B}" dt="2023-10-05T12:25:09.936" v="250" actId="1076"/>
        <pc:sldMkLst>
          <pc:docMk/>
          <pc:sldMk cId="1103663131" sldId="382"/>
        </pc:sldMkLst>
        <pc:spChg chg="mod">
          <ac:chgData name="Suraj Chopade" userId="S::suraj.chopade@bostoninstituteofanalytics.org::dcc44ee8-6a65-4538-a5e1-c87e14ca7a61" providerId="AD" clId="Web-{053F1D2B-53AA-6ADE-167B-F3376F0E876B}" dt="2023-10-05T12:25:09.936" v="250" actId="1076"/>
          <ac:spMkLst>
            <pc:docMk/>
            <pc:sldMk cId="1103663131" sldId="382"/>
            <ac:spMk id="2" creationId="{F7761F45-99CF-5094-8BAE-64DDA34139B5}"/>
          </ac:spMkLst>
        </pc:spChg>
      </pc:sldChg>
      <pc:sldChg chg="modSp add replId">
        <pc:chgData name="Suraj Chopade" userId="S::suraj.chopade@bostoninstituteofanalytics.org::dcc44ee8-6a65-4538-a5e1-c87e14ca7a61" providerId="AD" clId="Web-{053F1D2B-53AA-6ADE-167B-F3376F0E876B}" dt="2023-10-05T12:26:42.236" v="275" actId="20577"/>
        <pc:sldMkLst>
          <pc:docMk/>
          <pc:sldMk cId="2799059165" sldId="383"/>
        </pc:sldMkLst>
        <pc:spChg chg="mod">
          <ac:chgData name="Suraj Chopade" userId="S::suraj.chopade@bostoninstituteofanalytics.org::dcc44ee8-6a65-4538-a5e1-c87e14ca7a61" providerId="AD" clId="Web-{053F1D2B-53AA-6ADE-167B-F3376F0E876B}" dt="2023-10-05T12:26:42.236" v="275" actId="20577"/>
          <ac:spMkLst>
            <pc:docMk/>
            <pc:sldMk cId="2799059165" sldId="383"/>
            <ac:spMk id="2" creationId="{F7761F45-99CF-5094-8BAE-64DDA34139B5}"/>
          </ac:spMkLst>
        </pc:spChg>
      </pc:sldChg>
      <pc:sldChg chg="modSp add replId">
        <pc:chgData name="Suraj Chopade" userId="S::suraj.chopade@bostoninstituteofanalytics.org::dcc44ee8-6a65-4538-a5e1-c87e14ca7a61" providerId="AD" clId="Web-{053F1D2B-53AA-6ADE-167B-F3376F0E876B}" dt="2023-10-05T12:27:25.941" v="289" actId="1076"/>
        <pc:sldMkLst>
          <pc:docMk/>
          <pc:sldMk cId="165832031" sldId="384"/>
        </pc:sldMkLst>
        <pc:spChg chg="mod">
          <ac:chgData name="Suraj Chopade" userId="S::suraj.chopade@bostoninstituteofanalytics.org::dcc44ee8-6a65-4538-a5e1-c87e14ca7a61" providerId="AD" clId="Web-{053F1D2B-53AA-6ADE-167B-F3376F0E876B}" dt="2023-10-05T12:27:25.941" v="289" actId="1076"/>
          <ac:spMkLst>
            <pc:docMk/>
            <pc:sldMk cId="165832031" sldId="384"/>
            <ac:spMk id="2" creationId="{F7761F45-99CF-5094-8BAE-64DDA34139B5}"/>
          </ac:spMkLst>
        </pc:spChg>
      </pc:sldChg>
      <pc:sldChg chg="addSp delSp modSp add replId">
        <pc:chgData name="Suraj Chopade" userId="S::suraj.chopade@bostoninstituteofanalytics.org::dcc44ee8-6a65-4538-a5e1-c87e14ca7a61" providerId="AD" clId="Web-{053F1D2B-53AA-6ADE-167B-F3376F0E876B}" dt="2023-10-05T12:36:57.666" v="423"/>
        <pc:sldMkLst>
          <pc:docMk/>
          <pc:sldMk cId="222107579" sldId="385"/>
        </pc:sldMkLst>
        <pc:spChg chg="mod">
          <ac:chgData name="Suraj Chopade" userId="S::suraj.chopade@bostoninstituteofanalytics.org::dcc44ee8-6a65-4538-a5e1-c87e14ca7a61" providerId="AD" clId="Web-{053F1D2B-53AA-6ADE-167B-F3376F0E876B}" dt="2023-10-05T12:35:11.771" v="379" actId="1076"/>
          <ac:spMkLst>
            <pc:docMk/>
            <pc:sldMk cId="222107579" sldId="385"/>
            <ac:spMk id="2" creationId="{F7761F45-99CF-5094-8BAE-64DDA34139B5}"/>
          </ac:spMkLst>
        </pc:spChg>
        <pc:spChg chg="add mod">
          <ac:chgData name="Suraj Chopade" userId="S::suraj.chopade@bostoninstituteofanalytics.org::dcc44ee8-6a65-4538-a5e1-c87e14ca7a61" providerId="AD" clId="Web-{053F1D2B-53AA-6ADE-167B-F3376F0E876B}" dt="2023-10-05T12:36:38.164" v="419" actId="20577"/>
          <ac:spMkLst>
            <pc:docMk/>
            <pc:sldMk cId="222107579" sldId="385"/>
            <ac:spMk id="3" creationId="{4BF97CB1-EA11-C6F9-9B78-D28B1A159A6F}"/>
          </ac:spMkLst>
        </pc:spChg>
        <pc:spChg chg="add del mod">
          <ac:chgData name="Suraj Chopade" userId="S::suraj.chopade@bostoninstituteofanalytics.org::dcc44ee8-6a65-4538-a5e1-c87e14ca7a61" providerId="AD" clId="Web-{053F1D2B-53AA-6ADE-167B-F3376F0E876B}" dt="2023-10-05T12:36:57.666" v="423"/>
          <ac:spMkLst>
            <pc:docMk/>
            <pc:sldMk cId="222107579" sldId="385"/>
            <ac:spMk id="4" creationId="{72BCCFE1-D671-D64C-6805-C4F8D4761C05}"/>
          </ac:spMkLst>
        </pc:spChg>
        <pc:spChg chg="mod">
          <ac:chgData name="Suraj Chopade" userId="S::suraj.chopade@bostoninstituteofanalytics.org::dcc44ee8-6a65-4538-a5e1-c87e14ca7a61" providerId="AD" clId="Web-{053F1D2B-53AA-6ADE-167B-F3376F0E876B}" dt="2023-10-05T12:32:22.280" v="325" actId="1076"/>
          <ac:spMkLst>
            <pc:docMk/>
            <pc:sldMk cId="222107579" sldId="385"/>
            <ac:spMk id="9" creationId="{2FDADD92-4E39-7713-520E-D88B1D53A255}"/>
          </ac:spMkLst>
        </pc:spChg>
      </pc:sldChg>
      <pc:sldChg chg="delSp modSp add replId">
        <pc:chgData name="Suraj Chopade" userId="S::suraj.chopade@bostoninstituteofanalytics.org::dcc44ee8-6a65-4538-a5e1-c87e14ca7a61" providerId="AD" clId="Web-{053F1D2B-53AA-6ADE-167B-F3376F0E876B}" dt="2023-10-05T12:40:08.797" v="480"/>
        <pc:sldMkLst>
          <pc:docMk/>
          <pc:sldMk cId="2952883151" sldId="386"/>
        </pc:sldMkLst>
        <pc:spChg chg="mod">
          <ac:chgData name="Suraj Chopade" userId="S::suraj.chopade@bostoninstituteofanalytics.org::dcc44ee8-6a65-4538-a5e1-c87e14ca7a61" providerId="AD" clId="Web-{053F1D2B-53AA-6ADE-167B-F3376F0E876B}" dt="2023-10-05T12:40:07.906" v="479" actId="20577"/>
          <ac:spMkLst>
            <pc:docMk/>
            <pc:sldMk cId="2952883151" sldId="386"/>
            <ac:spMk id="3" creationId="{4BF97CB1-EA11-C6F9-9B78-D28B1A159A6F}"/>
          </ac:spMkLst>
        </pc:spChg>
        <pc:spChg chg="del mod">
          <ac:chgData name="Suraj Chopade" userId="S::suraj.chopade@bostoninstituteofanalytics.org::dcc44ee8-6a65-4538-a5e1-c87e14ca7a61" providerId="AD" clId="Web-{053F1D2B-53AA-6ADE-167B-F3376F0E876B}" dt="2023-10-05T12:40:08.797" v="480"/>
          <ac:spMkLst>
            <pc:docMk/>
            <pc:sldMk cId="2952883151" sldId="386"/>
            <ac:spMk id="4" creationId="{72BCCFE1-D671-D64C-6805-C4F8D4761C05}"/>
          </ac:spMkLst>
        </pc:spChg>
      </pc:sldChg>
      <pc:sldChg chg="modSp add replId">
        <pc:chgData name="Suraj Chopade" userId="S::suraj.chopade@bostoninstituteofanalytics.org::dcc44ee8-6a65-4538-a5e1-c87e14ca7a61" providerId="AD" clId="Web-{053F1D2B-53AA-6ADE-167B-F3376F0E876B}" dt="2023-10-05T12:41:54.973" v="530" actId="20577"/>
        <pc:sldMkLst>
          <pc:docMk/>
          <pc:sldMk cId="2701252450" sldId="387"/>
        </pc:sldMkLst>
        <pc:spChg chg="mod">
          <ac:chgData name="Suraj Chopade" userId="S::suraj.chopade@bostoninstituteofanalytics.org::dcc44ee8-6a65-4538-a5e1-c87e14ca7a61" providerId="AD" clId="Web-{053F1D2B-53AA-6ADE-167B-F3376F0E876B}" dt="2023-10-05T12:41:54.973" v="530" actId="20577"/>
          <ac:spMkLst>
            <pc:docMk/>
            <pc:sldMk cId="2701252450" sldId="387"/>
            <ac:spMk id="3" creationId="{4BF97CB1-EA11-C6F9-9B78-D28B1A159A6F}"/>
          </ac:spMkLst>
        </pc:spChg>
      </pc:sldChg>
      <pc:sldChg chg="delSp modSp add replId">
        <pc:chgData name="Suraj Chopade" userId="S::suraj.chopade@bostoninstituteofanalytics.org::dcc44ee8-6a65-4538-a5e1-c87e14ca7a61" providerId="AD" clId="Web-{053F1D2B-53AA-6ADE-167B-F3376F0E876B}" dt="2023-10-05T12:44:56.698" v="598" actId="1076"/>
        <pc:sldMkLst>
          <pc:docMk/>
          <pc:sldMk cId="3405936032" sldId="388"/>
        </pc:sldMkLst>
        <pc:spChg chg="del">
          <ac:chgData name="Suraj Chopade" userId="S::suraj.chopade@bostoninstituteofanalytics.org::dcc44ee8-6a65-4538-a5e1-c87e14ca7a61" providerId="AD" clId="Web-{053F1D2B-53AA-6ADE-167B-F3376F0E876B}" dt="2023-10-05T12:43:34.617" v="557"/>
          <ac:spMkLst>
            <pc:docMk/>
            <pc:sldMk cId="3405936032" sldId="388"/>
            <ac:spMk id="2" creationId="{F7761F45-99CF-5094-8BAE-64DDA34139B5}"/>
          </ac:spMkLst>
        </pc:spChg>
        <pc:spChg chg="mod">
          <ac:chgData name="Suraj Chopade" userId="S::suraj.chopade@bostoninstituteofanalytics.org::dcc44ee8-6a65-4538-a5e1-c87e14ca7a61" providerId="AD" clId="Web-{053F1D2B-53AA-6ADE-167B-F3376F0E876B}" dt="2023-10-05T12:44:56.698" v="598" actId="1076"/>
          <ac:spMkLst>
            <pc:docMk/>
            <pc:sldMk cId="3405936032" sldId="388"/>
            <ac:spMk id="3" creationId="{4BF97CB1-EA11-C6F9-9B78-D28B1A159A6F}"/>
          </ac:spMkLst>
        </pc:spChg>
        <pc:spChg chg="mod">
          <ac:chgData name="Suraj Chopade" userId="S::suraj.chopade@bostoninstituteofanalytics.org::dcc44ee8-6a65-4538-a5e1-c87e14ca7a61" providerId="AD" clId="Web-{053F1D2B-53AA-6ADE-167B-F3376F0E876B}" dt="2023-10-05T12:43:11.616" v="550" actId="1076"/>
          <ac:spMkLst>
            <pc:docMk/>
            <pc:sldMk cId="3405936032" sldId="388"/>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2:46:38.046" v="638" actId="20577"/>
        <pc:sldMkLst>
          <pc:docMk/>
          <pc:sldMk cId="747390422" sldId="389"/>
        </pc:sldMkLst>
        <pc:spChg chg="mod">
          <ac:chgData name="Suraj Chopade" userId="S::suraj.chopade@bostoninstituteofanalytics.org::dcc44ee8-6a65-4538-a5e1-c87e14ca7a61" providerId="AD" clId="Web-{053F1D2B-53AA-6ADE-167B-F3376F0E876B}" dt="2023-10-05T12:46:38.046" v="638" actId="20577"/>
          <ac:spMkLst>
            <pc:docMk/>
            <pc:sldMk cId="747390422" sldId="389"/>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2:47:59.330" v="676" actId="20577"/>
        <pc:sldMkLst>
          <pc:docMk/>
          <pc:sldMk cId="173516813" sldId="390"/>
        </pc:sldMkLst>
        <pc:spChg chg="mod">
          <ac:chgData name="Suraj Chopade" userId="S::suraj.chopade@bostoninstituteofanalytics.org::dcc44ee8-6a65-4538-a5e1-c87e14ca7a61" providerId="AD" clId="Web-{053F1D2B-53AA-6ADE-167B-F3376F0E876B}" dt="2023-10-05T12:47:59.330" v="676" actId="20577"/>
          <ac:spMkLst>
            <pc:docMk/>
            <pc:sldMk cId="173516813" sldId="390"/>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2:49:19.317" v="717" actId="20577"/>
        <pc:sldMkLst>
          <pc:docMk/>
          <pc:sldMk cId="4231229480" sldId="391"/>
        </pc:sldMkLst>
        <pc:spChg chg="mod">
          <ac:chgData name="Suraj Chopade" userId="S::suraj.chopade@bostoninstituteofanalytics.org::dcc44ee8-6a65-4538-a5e1-c87e14ca7a61" providerId="AD" clId="Web-{053F1D2B-53AA-6ADE-167B-F3376F0E876B}" dt="2023-10-05T12:49:19.317" v="717" actId="20577"/>
          <ac:spMkLst>
            <pc:docMk/>
            <pc:sldMk cId="4231229480" sldId="391"/>
            <ac:spMk id="3" creationId="{4BF97CB1-EA11-C6F9-9B78-D28B1A159A6F}"/>
          </ac:spMkLst>
        </pc:spChg>
        <pc:picChg chg="mod">
          <ac:chgData name="Suraj Chopade" userId="S::suraj.chopade@bostoninstituteofanalytics.org::dcc44ee8-6a65-4538-a5e1-c87e14ca7a61" providerId="AD" clId="Web-{053F1D2B-53AA-6ADE-167B-F3376F0E876B}" dt="2023-10-05T12:48:51.754" v="708"/>
          <ac:picMkLst>
            <pc:docMk/>
            <pc:sldMk cId="4231229480" sldId="391"/>
            <ac:picMk id="6" creationId="{00000000-0000-0000-0000-000000000000}"/>
          </ac:picMkLst>
        </pc:picChg>
      </pc:sldChg>
      <pc:sldChg chg="addSp delSp modSp add replId">
        <pc:chgData name="Suraj Chopade" userId="S::suraj.chopade@bostoninstituteofanalytics.org::dcc44ee8-6a65-4538-a5e1-c87e14ca7a61" providerId="AD" clId="Web-{053F1D2B-53AA-6ADE-167B-F3376F0E876B}" dt="2023-10-05T12:55:36.268" v="857" actId="20577"/>
        <pc:sldMkLst>
          <pc:docMk/>
          <pc:sldMk cId="3596187884" sldId="392"/>
        </pc:sldMkLst>
        <pc:spChg chg="add del mod">
          <ac:chgData name="Suraj Chopade" userId="S::suraj.chopade@bostoninstituteofanalytics.org::dcc44ee8-6a65-4538-a5e1-c87e14ca7a61" providerId="AD" clId="Web-{053F1D2B-53AA-6ADE-167B-F3376F0E876B}" dt="2023-10-05T12:55:36.268" v="857" actId="20577"/>
          <ac:spMkLst>
            <pc:docMk/>
            <pc:sldMk cId="3596187884" sldId="392"/>
            <ac:spMk id="2" creationId="{4EEF71E5-C3F7-D962-27C2-6DC2E097460D}"/>
          </ac:spMkLst>
        </pc:spChg>
        <pc:spChg chg="mod">
          <ac:chgData name="Suraj Chopade" userId="S::suraj.chopade@bostoninstituteofanalytics.org::dcc44ee8-6a65-4538-a5e1-c87e14ca7a61" providerId="AD" clId="Web-{053F1D2B-53AA-6ADE-167B-F3376F0E876B}" dt="2023-10-05T12:55:30.768" v="853" actId="20577"/>
          <ac:spMkLst>
            <pc:docMk/>
            <pc:sldMk cId="3596187884" sldId="392"/>
            <ac:spMk id="3" creationId="{4BF97CB1-EA11-C6F9-9B78-D28B1A159A6F}"/>
          </ac:spMkLst>
        </pc:spChg>
        <pc:spChg chg="mod">
          <ac:chgData name="Suraj Chopade" userId="S::suraj.chopade@bostoninstituteofanalytics.org::dcc44ee8-6a65-4538-a5e1-c87e14ca7a61" providerId="AD" clId="Web-{053F1D2B-53AA-6ADE-167B-F3376F0E876B}" dt="2023-10-05T12:50:05.912" v="723" actId="14100"/>
          <ac:spMkLst>
            <pc:docMk/>
            <pc:sldMk cId="3596187884" sldId="392"/>
            <ac:spMk id="9" creationId="{2FDADD92-4E39-7713-520E-D88B1D53A255}"/>
          </ac:spMkLst>
        </pc:spChg>
      </pc:sldChg>
      <pc:sldChg chg="addSp delSp modSp add replId">
        <pc:chgData name="Suraj Chopade" userId="S::suraj.chopade@bostoninstituteofanalytics.org::dcc44ee8-6a65-4538-a5e1-c87e14ca7a61" providerId="AD" clId="Web-{053F1D2B-53AA-6ADE-167B-F3376F0E876B}" dt="2023-10-05T13:01:59.345" v="1010" actId="14100"/>
        <pc:sldMkLst>
          <pc:docMk/>
          <pc:sldMk cId="898489146" sldId="393"/>
        </pc:sldMkLst>
        <pc:spChg chg="mod">
          <ac:chgData name="Suraj Chopade" userId="S::suraj.chopade@bostoninstituteofanalytics.org::dcc44ee8-6a65-4538-a5e1-c87e14ca7a61" providerId="AD" clId="Web-{053F1D2B-53AA-6ADE-167B-F3376F0E876B}" dt="2023-10-05T13:01:48.704" v="1008" actId="1076"/>
          <ac:spMkLst>
            <pc:docMk/>
            <pc:sldMk cId="898489146" sldId="393"/>
            <ac:spMk id="2" creationId="{4EEF71E5-C3F7-D962-27C2-6DC2E097460D}"/>
          </ac:spMkLst>
        </pc:spChg>
        <pc:spChg chg="mod">
          <ac:chgData name="Suraj Chopade" userId="S::suraj.chopade@bostoninstituteofanalytics.org::dcc44ee8-6a65-4538-a5e1-c87e14ca7a61" providerId="AD" clId="Web-{053F1D2B-53AA-6ADE-167B-F3376F0E876B}" dt="2023-10-05T13:01:59.345" v="1010" actId="14100"/>
          <ac:spMkLst>
            <pc:docMk/>
            <pc:sldMk cId="898489146" sldId="393"/>
            <ac:spMk id="3" creationId="{4BF97CB1-EA11-C6F9-9B78-D28B1A159A6F}"/>
          </ac:spMkLst>
        </pc:spChg>
        <pc:spChg chg="add del mod">
          <ac:chgData name="Suraj Chopade" userId="S::suraj.chopade@bostoninstituteofanalytics.org::dcc44ee8-6a65-4538-a5e1-c87e14ca7a61" providerId="AD" clId="Web-{053F1D2B-53AA-6ADE-167B-F3376F0E876B}" dt="2023-10-05T12:58:04.555" v="882"/>
          <ac:spMkLst>
            <pc:docMk/>
            <pc:sldMk cId="898489146" sldId="393"/>
            <ac:spMk id="4" creationId="{2F109DA8-E2B5-2197-49D4-D7E40F2D6106}"/>
          </ac:spMkLst>
        </pc:spChg>
        <pc:spChg chg="mod">
          <ac:chgData name="Suraj Chopade" userId="S::suraj.chopade@bostoninstituteofanalytics.org::dcc44ee8-6a65-4538-a5e1-c87e14ca7a61" providerId="AD" clId="Web-{053F1D2B-53AA-6ADE-167B-F3376F0E876B}" dt="2023-10-05T12:57:24.053" v="863"/>
          <ac:spMkLst>
            <pc:docMk/>
            <pc:sldMk cId="898489146" sldId="393"/>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17:02.737" v="1126" actId="1076"/>
        <pc:sldMkLst>
          <pc:docMk/>
          <pc:sldMk cId="86814376" sldId="394"/>
        </pc:sldMkLst>
        <pc:spChg chg="mod">
          <ac:chgData name="Suraj Chopade" userId="S::suraj.chopade@bostoninstituteofanalytics.org::dcc44ee8-6a65-4538-a5e1-c87e14ca7a61" providerId="AD" clId="Web-{053F1D2B-53AA-6ADE-167B-F3376F0E876B}" dt="2023-10-05T13:16:41.549" v="1119" actId="1076"/>
          <ac:spMkLst>
            <pc:docMk/>
            <pc:sldMk cId="86814376" sldId="394"/>
            <ac:spMk id="2" creationId="{4EEF71E5-C3F7-D962-27C2-6DC2E097460D}"/>
          </ac:spMkLst>
        </pc:spChg>
        <pc:spChg chg="mod">
          <ac:chgData name="Suraj Chopade" userId="S::suraj.chopade@bostoninstituteofanalytics.org::dcc44ee8-6a65-4538-a5e1-c87e14ca7a61" providerId="AD" clId="Web-{053F1D2B-53AA-6ADE-167B-F3376F0E876B}" dt="2023-10-05T13:17:02.737" v="1126" actId="1076"/>
          <ac:spMkLst>
            <pc:docMk/>
            <pc:sldMk cId="86814376" sldId="394"/>
            <ac:spMk id="3" creationId="{4BF97CB1-EA11-C6F9-9B78-D28B1A159A6F}"/>
          </ac:spMkLst>
        </pc:spChg>
        <pc:spChg chg="mod">
          <ac:chgData name="Suraj Chopade" userId="S::suraj.chopade@bostoninstituteofanalytics.org::dcc44ee8-6a65-4538-a5e1-c87e14ca7a61" providerId="AD" clId="Web-{053F1D2B-53AA-6ADE-167B-F3376F0E876B}" dt="2023-10-05T13:13:13.197" v="1032" actId="1076"/>
          <ac:spMkLst>
            <pc:docMk/>
            <pc:sldMk cId="86814376" sldId="394"/>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23:21.313" v="1234" actId="20577"/>
        <pc:sldMkLst>
          <pc:docMk/>
          <pc:sldMk cId="2925930174" sldId="395"/>
        </pc:sldMkLst>
        <pc:spChg chg="mod">
          <ac:chgData name="Suraj Chopade" userId="S::suraj.chopade@bostoninstituteofanalytics.org::dcc44ee8-6a65-4538-a5e1-c87e14ca7a61" providerId="AD" clId="Web-{053F1D2B-53AA-6ADE-167B-F3376F0E876B}" dt="2023-10-05T13:23:15.625" v="1233" actId="1076"/>
          <ac:spMkLst>
            <pc:docMk/>
            <pc:sldMk cId="2925930174" sldId="395"/>
            <ac:spMk id="2" creationId="{4EEF71E5-C3F7-D962-27C2-6DC2E097460D}"/>
          </ac:spMkLst>
        </pc:spChg>
        <pc:spChg chg="mod">
          <ac:chgData name="Suraj Chopade" userId="S::suraj.chopade@bostoninstituteofanalytics.org::dcc44ee8-6a65-4538-a5e1-c87e14ca7a61" providerId="AD" clId="Web-{053F1D2B-53AA-6ADE-167B-F3376F0E876B}" dt="2023-10-05T13:23:21.313" v="1234" actId="20577"/>
          <ac:spMkLst>
            <pc:docMk/>
            <pc:sldMk cId="2925930174" sldId="395"/>
            <ac:spMk id="3" creationId="{4BF97CB1-EA11-C6F9-9B78-D28B1A159A6F}"/>
          </ac:spMkLst>
        </pc:spChg>
        <pc:spChg chg="mod">
          <ac:chgData name="Suraj Chopade" userId="S::suraj.chopade@bostoninstituteofanalytics.org::dcc44ee8-6a65-4538-a5e1-c87e14ca7a61" providerId="AD" clId="Web-{053F1D2B-53AA-6ADE-167B-F3376F0E876B}" dt="2023-10-05T13:18:38.740" v="1149" actId="20577"/>
          <ac:spMkLst>
            <pc:docMk/>
            <pc:sldMk cId="2925930174" sldId="395"/>
            <ac:spMk id="9" creationId="{2FDADD92-4E39-7713-520E-D88B1D53A255}"/>
          </ac:spMkLst>
        </pc:spChg>
      </pc:sldChg>
      <pc:sldChg chg="delSp modSp add replId">
        <pc:chgData name="Suraj Chopade" userId="S::suraj.chopade@bostoninstituteofanalytics.org::dcc44ee8-6a65-4538-a5e1-c87e14ca7a61" providerId="AD" clId="Web-{053F1D2B-53AA-6ADE-167B-F3376F0E876B}" dt="2023-10-05T13:51:56.032" v="1691" actId="14100"/>
        <pc:sldMkLst>
          <pc:docMk/>
          <pc:sldMk cId="2059959513" sldId="396"/>
        </pc:sldMkLst>
        <pc:spChg chg="del">
          <ac:chgData name="Suraj Chopade" userId="S::suraj.chopade@bostoninstituteofanalytics.org::dcc44ee8-6a65-4538-a5e1-c87e14ca7a61" providerId="AD" clId="Web-{053F1D2B-53AA-6ADE-167B-F3376F0E876B}" dt="2023-10-05T13:26:15.757" v="1285"/>
          <ac:spMkLst>
            <pc:docMk/>
            <pc:sldMk cId="2059959513" sldId="396"/>
            <ac:spMk id="2" creationId="{4EEF71E5-C3F7-D962-27C2-6DC2E097460D}"/>
          </ac:spMkLst>
        </pc:spChg>
        <pc:spChg chg="mod">
          <ac:chgData name="Suraj Chopade" userId="S::suraj.chopade@bostoninstituteofanalytics.org::dcc44ee8-6a65-4538-a5e1-c87e14ca7a61" providerId="AD" clId="Web-{053F1D2B-53AA-6ADE-167B-F3376F0E876B}" dt="2023-10-05T13:51:56.032" v="1691" actId="14100"/>
          <ac:spMkLst>
            <pc:docMk/>
            <pc:sldMk cId="2059959513" sldId="396"/>
            <ac:spMk id="3" creationId="{4BF97CB1-EA11-C6F9-9B78-D28B1A159A6F}"/>
          </ac:spMkLst>
        </pc:spChg>
        <pc:spChg chg="mod">
          <ac:chgData name="Suraj Chopade" userId="S::suraj.chopade@bostoninstituteofanalytics.org::dcc44ee8-6a65-4538-a5e1-c87e14ca7a61" providerId="AD" clId="Web-{053F1D2B-53AA-6ADE-167B-F3376F0E876B}" dt="2023-10-05T13:25:04.661" v="1260" actId="1076"/>
          <ac:spMkLst>
            <pc:docMk/>
            <pc:sldMk cId="2059959513" sldId="396"/>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51:51.109" v="1690" actId="14100"/>
        <pc:sldMkLst>
          <pc:docMk/>
          <pc:sldMk cId="1193029658" sldId="397"/>
        </pc:sldMkLst>
        <pc:spChg chg="mod">
          <ac:chgData name="Suraj Chopade" userId="S::suraj.chopade@bostoninstituteofanalytics.org::dcc44ee8-6a65-4538-a5e1-c87e14ca7a61" providerId="AD" clId="Web-{053F1D2B-53AA-6ADE-167B-F3376F0E876B}" dt="2023-10-05T13:51:51.109" v="1690" actId="14100"/>
          <ac:spMkLst>
            <pc:docMk/>
            <pc:sldMk cId="1193029658" sldId="397"/>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46.828" v="1689" actId="14100"/>
        <pc:sldMkLst>
          <pc:docMk/>
          <pc:sldMk cId="3115399295" sldId="398"/>
        </pc:sldMkLst>
        <pc:spChg chg="mod">
          <ac:chgData name="Suraj Chopade" userId="S::suraj.chopade@bostoninstituteofanalytics.org::dcc44ee8-6a65-4538-a5e1-c87e14ca7a61" providerId="AD" clId="Web-{053F1D2B-53AA-6ADE-167B-F3376F0E876B}" dt="2023-10-05T13:51:46.828" v="1689" actId="14100"/>
          <ac:spMkLst>
            <pc:docMk/>
            <pc:sldMk cId="3115399295" sldId="398"/>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42.578" v="1688" actId="14100"/>
        <pc:sldMkLst>
          <pc:docMk/>
          <pc:sldMk cId="161746561" sldId="399"/>
        </pc:sldMkLst>
        <pc:spChg chg="mod">
          <ac:chgData name="Suraj Chopade" userId="S::suraj.chopade@bostoninstituteofanalytics.org::dcc44ee8-6a65-4538-a5e1-c87e14ca7a61" providerId="AD" clId="Web-{053F1D2B-53AA-6ADE-167B-F3376F0E876B}" dt="2023-10-05T13:51:42.578" v="1688" actId="14100"/>
          <ac:spMkLst>
            <pc:docMk/>
            <pc:sldMk cId="161746561" sldId="399"/>
            <ac:spMk id="3" creationId="{4BF97CB1-EA11-C6F9-9B78-D28B1A159A6F}"/>
          </ac:spMkLst>
        </pc:spChg>
        <pc:spChg chg="mod">
          <ac:chgData name="Suraj Chopade" userId="S::suraj.chopade@bostoninstituteofanalytics.org::dcc44ee8-6a65-4538-a5e1-c87e14ca7a61" providerId="AD" clId="Web-{053F1D2B-53AA-6ADE-167B-F3376F0E876B}" dt="2023-10-05T13:30:42.298" v="1360" actId="20577"/>
          <ac:spMkLst>
            <pc:docMk/>
            <pc:sldMk cId="161746561" sldId="399"/>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51:39.125" v="1687" actId="14100"/>
        <pc:sldMkLst>
          <pc:docMk/>
          <pc:sldMk cId="4194027808" sldId="400"/>
        </pc:sldMkLst>
        <pc:spChg chg="mod">
          <ac:chgData name="Suraj Chopade" userId="S::suraj.chopade@bostoninstituteofanalytics.org::dcc44ee8-6a65-4538-a5e1-c87e14ca7a61" providerId="AD" clId="Web-{053F1D2B-53AA-6ADE-167B-F3376F0E876B}" dt="2023-10-05T13:51:39.125" v="1687" actId="14100"/>
          <ac:spMkLst>
            <pc:docMk/>
            <pc:sldMk cId="4194027808" sldId="400"/>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34.453" v="1686" actId="14100"/>
        <pc:sldMkLst>
          <pc:docMk/>
          <pc:sldMk cId="874390634" sldId="401"/>
        </pc:sldMkLst>
        <pc:spChg chg="mod">
          <ac:chgData name="Suraj Chopade" userId="S::suraj.chopade@bostoninstituteofanalytics.org::dcc44ee8-6a65-4538-a5e1-c87e14ca7a61" providerId="AD" clId="Web-{053F1D2B-53AA-6ADE-167B-F3376F0E876B}" dt="2023-10-05T13:51:34.453" v="1686" actId="14100"/>
          <ac:spMkLst>
            <pc:docMk/>
            <pc:sldMk cId="874390634" sldId="401"/>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28.921" v="1685" actId="14100"/>
        <pc:sldMkLst>
          <pc:docMk/>
          <pc:sldMk cId="175727061" sldId="402"/>
        </pc:sldMkLst>
        <pc:spChg chg="mod">
          <ac:chgData name="Suraj Chopade" userId="S::suraj.chopade@bostoninstituteofanalytics.org::dcc44ee8-6a65-4538-a5e1-c87e14ca7a61" providerId="AD" clId="Web-{053F1D2B-53AA-6ADE-167B-F3376F0E876B}" dt="2023-10-05T13:51:28.921" v="1685" actId="14100"/>
          <ac:spMkLst>
            <pc:docMk/>
            <pc:sldMk cId="175727061" sldId="402"/>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22.890" v="1684" actId="14100"/>
        <pc:sldMkLst>
          <pc:docMk/>
          <pc:sldMk cId="3511440794" sldId="403"/>
        </pc:sldMkLst>
        <pc:spChg chg="mod">
          <ac:chgData name="Suraj Chopade" userId="S::suraj.chopade@bostoninstituteofanalytics.org::dcc44ee8-6a65-4538-a5e1-c87e14ca7a61" providerId="AD" clId="Web-{053F1D2B-53AA-6ADE-167B-F3376F0E876B}" dt="2023-10-05T13:51:22.890" v="1684" actId="14100"/>
          <ac:spMkLst>
            <pc:docMk/>
            <pc:sldMk cId="3511440794" sldId="403"/>
            <ac:spMk id="3" creationId="{4BF97CB1-EA11-C6F9-9B78-D28B1A159A6F}"/>
          </ac:spMkLst>
        </pc:spChg>
        <pc:spChg chg="mod">
          <ac:chgData name="Suraj Chopade" userId="S::suraj.chopade@bostoninstituteofanalytics.org::dcc44ee8-6a65-4538-a5e1-c87e14ca7a61" providerId="AD" clId="Web-{053F1D2B-53AA-6ADE-167B-F3376F0E876B}" dt="2023-10-05T13:36:32.967" v="1502" actId="14100"/>
          <ac:spMkLst>
            <pc:docMk/>
            <pc:sldMk cId="3511440794" sldId="403"/>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51:18.452" v="1683" actId="14100"/>
        <pc:sldMkLst>
          <pc:docMk/>
          <pc:sldMk cId="671637965" sldId="404"/>
        </pc:sldMkLst>
        <pc:spChg chg="mod">
          <ac:chgData name="Suraj Chopade" userId="S::suraj.chopade@bostoninstituteofanalytics.org::dcc44ee8-6a65-4538-a5e1-c87e14ca7a61" providerId="AD" clId="Web-{053F1D2B-53AA-6ADE-167B-F3376F0E876B}" dt="2023-10-05T13:51:18.452" v="1683" actId="14100"/>
          <ac:spMkLst>
            <pc:docMk/>
            <pc:sldMk cId="671637965" sldId="404"/>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13.155" v="1682" actId="14100"/>
        <pc:sldMkLst>
          <pc:docMk/>
          <pc:sldMk cId="2575758570" sldId="405"/>
        </pc:sldMkLst>
        <pc:spChg chg="mod">
          <ac:chgData name="Suraj Chopade" userId="S::suraj.chopade@bostoninstituteofanalytics.org::dcc44ee8-6a65-4538-a5e1-c87e14ca7a61" providerId="AD" clId="Web-{053F1D2B-53AA-6ADE-167B-F3376F0E876B}" dt="2023-10-05T13:51:13.155" v="1682" actId="14100"/>
          <ac:spMkLst>
            <pc:docMk/>
            <pc:sldMk cId="2575758570" sldId="405"/>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07.311" v="1681" actId="20577"/>
        <pc:sldMkLst>
          <pc:docMk/>
          <pc:sldMk cId="21544644" sldId="406"/>
        </pc:sldMkLst>
        <pc:spChg chg="mod">
          <ac:chgData name="Suraj Chopade" userId="S::suraj.chopade@bostoninstituteofanalytics.org::dcc44ee8-6a65-4538-a5e1-c87e14ca7a61" providerId="AD" clId="Web-{053F1D2B-53AA-6ADE-167B-F3376F0E876B}" dt="2023-10-05T13:51:07.311" v="1681" actId="20577"/>
          <ac:spMkLst>
            <pc:docMk/>
            <pc:sldMk cId="21544644" sldId="406"/>
            <ac:spMk id="3" creationId="{4BF97CB1-EA11-C6F9-9B78-D28B1A159A6F}"/>
          </ac:spMkLst>
        </pc:spChg>
        <pc:spChg chg="mod">
          <ac:chgData name="Suraj Chopade" userId="S::suraj.chopade@bostoninstituteofanalytics.org::dcc44ee8-6a65-4538-a5e1-c87e14ca7a61" providerId="AD" clId="Web-{053F1D2B-53AA-6ADE-167B-F3376F0E876B}" dt="2023-10-05T13:50:21.684" v="1657" actId="20577"/>
          <ac:spMkLst>
            <pc:docMk/>
            <pc:sldMk cId="21544644" sldId="406"/>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50:54.045" v="1676" actId="1076"/>
        <pc:sldMkLst>
          <pc:docMk/>
          <pc:sldMk cId="3277102262" sldId="407"/>
        </pc:sldMkLst>
        <pc:spChg chg="mod">
          <ac:chgData name="Suraj Chopade" userId="S::suraj.chopade@bostoninstituteofanalytics.org::dcc44ee8-6a65-4538-a5e1-c87e14ca7a61" providerId="AD" clId="Web-{053F1D2B-53AA-6ADE-167B-F3376F0E876B}" dt="2023-10-05T13:50:54.045" v="1676" actId="1076"/>
          <ac:spMkLst>
            <pc:docMk/>
            <pc:sldMk cId="3277102262" sldId="407"/>
            <ac:spMk id="3" creationId="{4BF97CB1-EA11-C6F9-9B78-D28B1A159A6F}"/>
          </ac:spMkLst>
        </pc:spChg>
        <pc:spChg chg="mod">
          <ac:chgData name="Suraj Chopade" userId="S::suraj.chopade@bostoninstituteofanalytics.org::dcc44ee8-6a65-4538-a5e1-c87e14ca7a61" providerId="AD" clId="Web-{053F1D2B-53AA-6ADE-167B-F3376F0E876B}" dt="2023-10-05T13:50:30.278" v="1660" actId="20577"/>
          <ac:spMkLst>
            <pc:docMk/>
            <pc:sldMk cId="3277102262" sldId="407"/>
            <ac:spMk id="9" creationId="{2FDADD92-4E39-7713-520E-D88B1D53A255}"/>
          </ac:spMkLst>
        </pc:spChg>
      </pc:sldChg>
      <pc:sldChg chg="add replId">
        <pc:chgData name="Suraj Chopade" userId="S::suraj.chopade@bostoninstituteofanalytics.org::dcc44ee8-6a65-4538-a5e1-c87e14ca7a61" providerId="AD" clId="Web-{053F1D2B-53AA-6ADE-167B-F3376F0E876B}" dt="2023-10-05T13:50:35.325" v="1661"/>
        <pc:sldMkLst>
          <pc:docMk/>
          <pc:sldMk cId="4059647043" sldId="408"/>
        </pc:sldMkLst>
      </pc:sldChg>
    </pc:docChg>
  </pc:docChgLst>
  <pc:docChgLst>
    <pc:chgData name="Suraj Chopade" userId="S::suraj.chopade@bostoninstituteofanalytics.org::dcc44ee8-6a65-4538-a5e1-c87e14ca7a61" providerId="AD" clId="Web-{BF428C1F-EEC9-0EB7-8F50-B906D1F95368}"/>
    <pc:docChg chg="addSld">
      <pc:chgData name="Suraj Chopade" userId="S::suraj.chopade@bostoninstituteofanalytics.org::dcc44ee8-6a65-4538-a5e1-c87e14ca7a61" providerId="AD" clId="Web-{BF428C1F-EEC9-0EB7-8F50-B906D1F95368}" dt="2024-07-16T07:41:05.415" v="0"/>
      <pc:docMkLst>
        <pc:docMk/>
      </pc:docMkLst>
      <pc:sldChg chg="add">
        <pc:chgData name="Suraj Chopade" userId="S::suraj.chopade@bostoninstituteofanalytics.org::dcc44ee8-6a65-4538-a5e1-c87e14ca7a61" providerId="AD" clId="Web-{BF428C1F-EEC9-0EB7-8F50-B906D1F95368}" dt="2024-07-16T07:41:05.415" v="0"/>
        <pc:sldMkLst>
          <pc:docMk/>
          <pc:sldMk cId="228880180" sldId="566"/>
        </pc:sldMkLst>
      </pc:sldChg>
    </pc:docChg>
  </pc:docChgLst>
  <pc:docChgLst>
    <pc:chgData name="Suraj Chopade" userId="S::suraj.chopade@bostoninstituteofanalytics.org::dcc44ee8-6a65-4538-a5e1-c87e14ca7a61" providerId="AD" clId="Web-{9461D074-1CD4-7D5E-CEA2-63DB3B209737}"/>
    <pc:docChg chg="modSld">
      <pc:chgData name="Suraj Chopade" userId="S::suraj.chopade@bostoninstituteofanalytics.org::dcc44ee8-6a65-4538-a5e1-c87e14ca7a61" providerId="AD" clId="Web-{9461D074-1CD4-7D5E-CEA2-63DB3B209737}" dt="2023-10-09T05:59:41.153" v="1" actId="1076"/>
      <pc:docMkLst>
        <pc:docMk/>
      </pc:docMkLst>
      <pc:sldChg chg="modSp">
        <pc:chgData name="Suraj Chopade" userId="S::suraj.chopade@bostoninstituteofanalytics.org::dcc44ee8-6a65-4538-a5e1-c87e14ca7a61" providerId="AD" clId="Web-{9461D074-1CD4-7D5E-CEA2-63DB3B209737}" dt="2023-10-09T05:59:41.153" v="1" actId="1076"/>
        <pc:sldMkLst>
          <pc:docMk/>
          <pc:sldMk cId="1726830" sldId="314"/>
        </pc:sldMkLst>
        <pc:picChg chg="mod">
          <ac:chgData name="Suraj Chopade" userId="S::suraj.chopade@bostoninstituteofanalytics.org::dcc44ee8-6a65-4538-a5e1-c87e14ca7a61" providerId="AD" clId="Web-{9461D074-1CD4-7D5E-CEA2-63DB3B209737}" dt="2023-10-09T05:59:41.153" v="1" actId="1076"/>
          <ac:picMkLst>
            <pc:docMk/>
            <pc:sldMk cId="1726830" sldId="314"/>
            <ac:picMk id="3" creationId="{04C05F6D-535B-1CDB-D8A2-B023A2342190}"/>
          </ac:picMkLst>
        </pc:picChg>
      </pc:sldChg>
    </pc:docChg>
  </pc:docChgLst>
  <pc:docChgLst>
    <pc:chgData name="Suraj Chopade" userId="S::suraj.chopade@bostoninstituteofanalytics.org::dcc44ee8-6a65-4538-a5e1-c87e14ca7a61" providerId="AD" clId="Web-{16DCE9AC-1908-4560-182E-91480AC00C02}"/>
    <pc:docChg chg="modSld">
      <pc:chgData name="Suraj Chopade" userId="S::suraj.chopade@bostoninstituteofanalytics.org::dcc44ee8-6a65-4538-a5e1-c87e14ca7a61" providerId="AD" clId="Web-{16DCE9AC-1908-4560-182E-91480AC00C02}" dt="2023-10-09T11:54:39.116" v="1"/>
      <pc:docMkLst>
        <pc:docMk/>
      </pc:docMkLst>
      <pc:sldChg chg="addSp delSp">
        <pc:chgData name="Suraj Chopade" userId="S::suraj.chopade@bostoninstituteofanalytics.org::dcc44ee8-6a65-4538-a5e1-c87e14ca7a61" providerId="AD" clId="Web-{16DCE9AC-1908-4560-182E-91480AC00C02}" dt="2023-10-09T11:54:39.116" v="1"/>
        <pc:sldMkLst>
          <pc:docMk/>
          <pc:sldMk cId="4076578880" sldId="484"/>
        </pc:sldMkLst>
        <pc:spChg chg="add">
          <ac:chgData name="Suraj Chopade" userId="S::suraj.chopade@bostoninstituteofanalytics.org::dcc44ee8-6a65-4538-a5e1-c87e14ca7a61" providerId="AD" clId="Web-{16DCE9AC-1908-4560-182E-91480AC00C02}" dt="2023-10-09T11:54:39.116" v="1"/>
          <ac:spMkLst>
            <pc:docMk/>
            <pc:sldMk cId="4076578880" sldId="484"/>
            <ac:spMk id="2" creationId="{BF8AC74B-CBBB-39B5-844C-2DE4A4A519EE}"/>
          </ac:spMkLst>
        </pc:spChg>
        <pc:spChg chg="del">
          <ac:chgData name="Suraj Chopade" userId="S::suraj.chopade@bostoninstituteofanalytics.org::dcc44ee8-6a65-4538-a5e1-c87e14ca7a61" providerId="AD" clId="Web-{16DCE9AC-1908-4560-182E-91480AC00C02}" dt="2023-10-09T11:54:38.132" v="0"/>
          <ac:spMkLst>
            <pc:docMk/>
            <pc:sldMk cId="4076578880" sldId="484"/>
            <ac:spMk id="3" creationId="{5FAF0B8B-2FA0-7D88-B529-85CF2FDB866C}"/>
          </ac:spMkLst>
        </pc:spChg>
      </pc:sldChg>
    </pc:docChg>
  </pc:docChgLst>
  <pc:docChgLst>
    <pc:chgData name="Guest User" userId="S::urn:spo:anon#e6e808196119b87ad253e0f3deaa916ff70be4b49634990b2b69806e60845b40::" providerId="AD" clId="Web-{5B60AE9E-286F-4DF8-7FE6-D9ACD3850FEB}"/>
    <pc:docChg chg="addSld delSld modSld sldOrd">
      <pc:chgData name="Guest User" userId="S::urn:spo:anon#e6e808196119b87ad253e0f3deaa916ff70be4b49634990b2b69806e60845b40::" providerId="AD" clId="Web-{5B60AE9E-286F-4DF8-7FE6-D9ACD3850FEB}" dt="2023-10-26T09:51:32.475" v="101"/>
      <pc:docMkLst>
        <pc:docMk/>
      </pc:docMkLst>
      <pc:sldChg chg="addSp delSp modSp">
        <pc:chgData name="Guest User" userId="S::urn:spo:anon#e6e808196119b87ad253e0f3deaa916ff70be4b49634990b2b69806e60845b40::" providerId="AD" clId="Web-{5B60AE9E-286F-4DF8-7FE6-D9ACD3850FEB}" dt="2023-10-26T07:01:10.204" v="5"/>
        <pc:sldMkLst>
          <pc:docMk/>
          <pc:sldMk cId="1726830" sldId="314"/>
        </pc:sldMkLst>
        <pc:spChg chg="topLvl">
          <ac:chgData name="Guest User" userId="S::urn:spo:anon#e6e808196119b87ad253e0f3deaa916ff70be4b49634990b2b69806e60845b40::" providerId="AD" clId="Web-{5B60AE9E-286F-4DF8-7FE6-D9ACD3850FEB}" dt="2023-10-26T06:58:36.045" v="3"/>
          <ac:spMkLst>
            <pc:docMk/>
            <pc:sldMk cId="1726830" sldId="314"/>
            <ac:spMk id="2" creationId="{F7761F45-99CF-5094-8BAE-64DDA34139B5}"/>
          </ac:spMkLst>
        </pc:spChg>
        <pc:grpChg chg="add del mod">
          <ac:chgData name="Guest User" userId="S::urn:spo:anon#e6e808196119b87ad253e0f3deaa916ff70be4b49634990b2b69806e60845b40::" providerId="AD" clId="Web-{5B60AE9E-286F-4DF8-7FE6-D9ACD3850FEB}" dt="2023-10-26T06:58:36.045" v="3"/>
          <ac:grpSpMkLst>
            <pc:docMk/>
            <pc:sldMk cId="1726830" sldId="314"/>
            <ac:grpSpMk id="4" creationId="{0FAAEE49-3DC3-0F1A-7594-01243F7CD3B3}"/>
          </ac:grpSpMkLst>
        </pc:grpChg>
        <pc:grpChg chg="add">
          <ac:chgData name="Guest User" userId="S::urn:spo:anon#e6e808196119b87ad253e0f3deaa916ff70be4b49634990b2b69806e60845b40::" providerId="AD" clId="Web-{5B60AE9E-286F-4DF8-7FE6-D9ACD3850FEB}" dt="2023-10-26T07:01:10.204" v="5"/>
          <ac:grpSpMkLst>
            <pc:docMk/>
            <pc:sldMk cId="1726830" sldId="314"/>
            <ac:grpSpMk id="5" creationId="{16364DF4-4D77-8692-F2E2-FF26BCA7BD80}"/>
          </ac:grpSpMkLst>
        </pc:grpChg>
        <pc:picChg chg="topLvl">
          <ac:chgData name="Guest User" userId="S::urn:spo:anon#e6e808196119b87ad253e0f3deaa916ff70be4b49634990b2b69806e60845b40::" providerId="AD" clId="Web-{5B60AE9E-286F-4DF8-7FE6-D9ACD3850FEB}" dt="2023-10-26T06:58:36.045" v="3"/>
          <ac:picMkLst>
            <pc:docMk/>
            <pc:sldMk cId="1726830" sldId="314"/>
            <ac:picMk id="3" creationId="{04C05F6D-535B-1CDB-D8A2-B023A2342190}"/>
          </ac:picMkLst>
        </pc:picChg>
      </pc:sldChg>
      <pc:sldChg chg="ord">
        <pc:chgData name="Guest User" userId="S::urn:spo:anon#e6e808196119b87ad253e0f3deaa916ff70be4b49634990b2b69806e60845b40::" providerId="AD" clId="Web-{5B60AE9E-286F-4DF8-7FE6-D9ACD3850FEB}" dt="2023-10-26T06:58:42.920" v="4"/>
        <pc:sldMkLst>
          <pc:docMk/>
          <pc:sldMk cId="3582198988" sldId="485"/>
        </pc:sldMkLst>
      </pc:sldChg>
      <pc:sldChg chg="modSp">
        <pc:chgData name="Guest User" userId="S::urn:spo:anon#e6e808196119b87ad253e0f3deaa916ff70be4b49634990b2b69806e60845b40::" providerId="AD" clId="Web-{5B60AE9E-286F-4DF8-7FE6-D9ACD3850FEB}" dt="2023-10-26T08:54:23.779" v="6" actId="1076"/>
        <pc:sldMkLst>
          <pc:docMk/>
          <pc:sldMk cId="3802794363" sldId="491"/>
        </pc:sldMkLst>
        <pc:picChg chg="mod">
          <ac:chgData name="Guest User" userId="S::urn:spo:anon#e6e808196119b87ad253e0f3deaa916ff70be4b49634990b2b69806e60845b40::" providerId="AD" clId="Web-{5B60AE9E-286F-4DF8-7FE6-D9ACD3850FEB}" dt="2023-10-26T08:54:23.779" v="6" actId="1076"/>
          <ac:picMkLst>
            <pc:docMk/>
            <pc:sldMk cId="3802794363" sldId="491"/>
            <ac:picMk id="3" creationId="{5429A78C-897A-9213-BE8F-B55788B548FD}"/>
          </ac:picMkLst>
        </pc:picChg>
      </pc:sldChg>
      <pc:sldChg chg="ord">
        <pc:chgData name="Guest User" userId="S::urn:spo:anon#e6e808196119b87ad253e0f3deaa916ff70be4b49634990b2b69806e60845b40::" providerId="AD" clId="Web-{5B60AE9E-286F-4DF8-7FE6-D9ACD3850FEB}" dt="2023-10-26T09:51:32.475" v="101"/>
        <pc:sldMkLst>
          <pc:docMk/>
          <pc:sldMk cId="3469038299" sldId="495"/>
        </pc:sldMkLst>
      </pc:sldChg>
      <pc:sldChg chg="modSp">
        <pc:chgData name="Guest User" userId="S::urn:spo:anon#e6e808196119b87ad253e0f3deaa916ff70be4b49634990b2b69806e60845b40::" providerId="AD" clId="Web-{5B60AE9E-286F-4DF8-7FE6-D9ACD3850FEB}" dt="2023-10-26T09:51:12.740" v="100" actId="1076"/>
        <pc:sldMkLst>
          <pc:docMk/>
          <pc:sldMk cId="4287738320" sldId="509"/>
        </pc:sldMkLst>
        <pc:spChg chg="mod">
          <ac:chgData name="Guest User" userId="S::urn:spo:anon#e6e808196119b87ad253e0f3deaa916ff70be4b49634990b2b69806e60845b40::" providerId="AD" clId="Web-{5B60AE9E-286F-4DF8-7FE6-D9ACD3850FEB}" dt="2023-10-26T09:51:12.740" v="100" actId="1076"/>
          <ac:spMkLst>
            <pc:docMk/>
            <pc:sldMk cId="4287738320" sldId="509"/>
            <ac:spMk id="8" creationId="{437EBE6B-C5A9-D984-0471-B2A5155127E8}"/>
          </ac:spMkLst>
        </pc:spChg>
      </pc:sldChg>
      <pc:sldChg chg="delSp modSp add del replId">
        <pc:chgData name="Guest User" userId="S::urn:spo:anon#e6e808196119b87ad253e0f3deaa916ff70be4b49634990b2b69806e60845b40::" providerId="AD" clId="Web-{5B60AE9E-286F-4DF8-7FE6-D9ACD3850FEB}" dt="2023-10-26T09:24:07.706" v="75"/>
        <pc:sldMkLst>
          <pc:docMk/>
          <pc:sldMk cId="388015830" sldId="511"/>
        </pc:sldMkLst>
        <pc:spChg chg="mod">
          <ac:chgData name="Guest User" userId="S::urn:spo:anon#e6e808196119b87ad253e0f3deaa916ff70be4b49634990b2b69806e60845b40::" providerId="AD" clId="Web-{5B60AE9E-286F-4DF8-7FE6-D9ACD3850FEB}" dt="2023-10-26T09:21:01.890" v="73" actId="20577"/>
          <ac:spMkLst>
            <pc:docMk/>
            <pc:sldMk cId="388015830" sldId="511"/>
            <ac:spMk id="2" creationId="{F7761F45-99CF-5094-8BAE-64DDA34139B5}"/>
          </ac:spMkLst>
        </pc:spChg>
        <pc:spChg chg="mod">
          <ac:chgData name="Guest User" userId="S::urn:spo:anon#e6e808196119b87ad253e0f3deaa916ff70be4b49634990b2b69806e60845b40::" providerId="AD" clId="Web-{5B60AE9E-286F-4DF8-7FE6-D9ACD3850FEB}" dt="2023-10-26T09:17:07.245" v="18" actId="20577"/>
          <ac:spMkLst>
            <pc:docMk/>
            <pc:sldMk cId="388015830" sldId="511"/>
            <ac:spMk id="9" creationId="{2FDADD92-4E39-7713-520E-D88B1D53A255}"/>
          </ac:spMkLst>
        </pc:spChg>
        <pc:picChg chg="del">
          <ac:chgData name="Guest User" userId="S::urn:spo:anon#e6e808196119b87ad253e0f3deaa916ff70be4b49634990b2b69806e60845b40::" providerId="AD" clId="Web-{5B60AE9E-286F-4DF8-7FE6-D9ACD3850FEB}" dt="2023-10-26T09:17:46.402" v="24"/>
          <ac:picMkLst>
            <pc:docMk/>
            <pc:sldMk cId="388015830" sldId="511"/>
            <ac:picMk id="3" creationId="{58064BE5-9B1B-FD78-B2DA-EBBF92C4CBE9}"/>
          </ac:picMkLst>
        </pc:picChg>
      </pc:sldChg>
      <pc:sldChg chg="modSp add replId">
        <pc:chgData name="Guest User" userId="S::urn:spo:anon#e6e808196119b87ad253e0f3deaa916ff70be4b49634990b2b69806e60845b40::" providerId="AD" clId="Web-{5B60AE9E-286F-4DF8-7FE6-D9ACD3850FEB}" dt="2023-10-26T09:40:21.492" v="99" actId="20577"/>
        <pc:sldMkLst>
          <pc:docMk/>
          <pc:sldMk cId="1766010612" sldId="512"/>
        </pc:sldMkLst>
        <pc:spChg chg="mod">
          <ac:chgData name="Guest User" userId="S::urn:spo:anon#e6e808196119b87ad253e0f3deaa916ff70be4b49634990b2b69806e60845b40::" providerId="AD" clId="Web-{5B60AE9E-286F-4DF8-7FE6-D9ACD3850FEB}" dt="2023-10-26T09:40:21.492" v="99" actId="20577"/>
          <ac:spMkLst>
            <pc:docMk/>
            <pc:sldMk cId="1766010612" sldId="512"/>
            <ac:spMk id="2" creationId="{F7761F45-99CF-5094-8BAE-64DDA34139B5}"/>
          </ac:spMkLst>
        </pc:spChg>
      </pc:sldChg>
    </pc:docChg>
  </pc:docChgLst>
  <pc:docChgLst>
    <pc:chgData name="Suraj Chopade" userId="S::suraj.chopade@bostoninstituteofanalytics.org::dcc44ee8-6a65-4538-a5e1-c87e14ca7a61" providerId="AD" clId="Web-{42A6E2D6-91D0-59DF-ED35-F9C2F00ACF86}"/>
    <pc:docChg chg="addSld delSld modSld sldOrd">
      <pc:chgData name="Suraj Chopade" userId="S::suraj.chopade@bostoninstituteofanalytics.org::dcc44ee8-6a65-4538-a5e1-c87e14ca7a61" providerId="AD" clId="Web-{42A6E2D6-91D0-59DF-ED35-F9C2F00ACF86}" dt="2023-10-05T10:24:48.730" v="1744"/>
      <pc:docMkLst>
        <pc:docMk/>
      </pc:docMkLst>
      <pc:sldChg chg="addSp delSp modSp">
        <pc:chgData name="Suraj Chopade" userId="S::suraj.chopade@bostoninstituteofanalytics.org::dcc44ee8-6a65-4538-a5e1-c87e14ca7a61" providerId="AD" clId="Web-{42A6E2D6-91D0-59DF-ED35-F9C2F00ACF86}" dt="2023-10-05T07:11:49.844" v="46" actId="20577"/>
        <pc:sldMkLst>
          <pc:docMk/>
          <pc:sldMk cId="4235558439" sldId="287"/>
        </pc:sldMkLst>
        <pc:spChg chg="mod">
          <ac:chgData name="Suraj Chopade" userId="S::suraj.chopade@bostoninstituteofanalytics.org::dcc44ee8-6a65-4538-a5e1-c87e14ca7a61" providerId="AD" clId="Web-{42A6E2D6-91D0-59DF-ED35-F9C2F00ACF86}" dt="2023-10-05T07:11:49.844" v="46" actId="20577"/>
          <ac:spMkLst>
            <pc:docMk/>
            <pc:sldMk cId="4235558439" sldId="287"/>
            <ac:spMk id="3" creationId="{5FAF0B8B-2FA0-7D88-B529-85CF2FDB866C}"/>
          </ac:spMkLst>
        </pc:spChg>
        <pc:spChg chg="mod">
          <ac:chgData name="Suraj Chopade" userId="S::suraj.chopade@bostoninstituteofanalytics.org::dcc44ee8-6a65-4538-a5e1-c87e14ca7a61" providerId="AD" clId="Web-{42A6E2D6-91D0-59DF-ED35-F9C2F00ACF86}" dt="2023-10-05T07:03:42.924" v="0" actId="20577"/>
          <ac:spMkLst>
            <pc:docMk/>
            <pc:sldMk cId="4235558439" sldId="287"/>
            <ac:spMk id="9" creationId="{2FDADD92-4E39-7713-520E-D88B1D53A255}"/>
          </ac:spMkLst>
        </pc:spChg>
        <pc:graphicFrameChg chg="add del mod">
          <ac:chgData name="Suraj Chopade" userId="S::suraj.chopade@bostoninstituteofanalytics.org::dcc44ee8-6a65-4538-a5e1-c87e14ca7a61" providerId="AD" clId="Web-{42A6E2D6-91D0-59DF-ED35-F9C2F00ACF86}" dt="2023-10-05T07:04:03.549" v="2"/>
          <ac:graphicFrameMkLst>
            <pc:docMk/>
            <pc:sldMk cId="4235558439" sldId="287"/>
            <ac:graphicFrameMk id="4" creationId="{2A84703C-DFCF-A44D-ADE3-6CA3EF3CC771}"/>
          </ac:graphicFrameMkLst>
        </pc:graphicFrameChg>
        <pc:graphicFrameChg chg="add del mod">
          <ac:chgData name="Suraj Chopade" userId="S::suraj.chopade@bostoninstituteofanalytics.org::dcc44ee8-6a65-4538-a5e1-c87e14ca7a61" providerId="AD" clId="Web-{42A6E2D6-91D0-59DF-ED35-F9C2F00ACF86}" dt="2023-10-05T07:04:15.565" v="6"/>
          <ac:graphicFrameMkLst>
            <pc:docMk/>
            <pc:sldMk cId="4235558439" sldId="287"/>
            <ac:graphicFrameMk id="7" creationId="{E87945AD-9ACC-C5E5-7C0C-83EC479FF95C}"/>
          </ac:graphicFrameMkLst>
        </pc:graphicFrameChg>
        <pc:graphicFrameChg chg="add del mod modGraphic">
          <ac:chgData name="Suraj Chopade" userId="S::suraj.chopade@bostoninstituteofanalytics.org::dcc44ee8-6a65-4538-a5e1-c87e14ca7a61" providerId="AD" clId="Web-{42A6E2D6-91D0-59DF-ED35-F9C2F00ACF86}" dt="2023-10-05T07:06:50.507" v="14"/>
          <ac:graphicFrameMkLst>
            <pc:docMk/>
            <pc:sldMk cId="4235558439" sldId="287"/>
            <ac:graphicFrameMk id="11" creationId="{F35CED65-E29A-0AA6-B1CE-1572A5915D9E}"/>
          </ac:graphicFrameMkLst>
        </pc:graphicFrameChg>
      </pc:sldChg>
      <pc:sldChg chg="addSp delSp modSp mod setBg">
        <pc:chgData name="Suraj Chopade" userId="S::suraj.chopade@bostoninstituteofanalytics.org::dcc44ee8-6a65-4538-a5e1-c87e14ca7a61" providerId="AD" clId="Web-{42A6E2D6-91D0-59DF-ED35-F9C2F00ACF86}" dt="2023-10-05T07:17:43.541" v="99" actId="1076"/>
        <pc:sldMkLst>
          <pc:docMk/>
          <pc:sldMk cId="1726830" sldId="314"/>
        </pc:sldMkLst>
        <pc:spChg chg="mod">
          <ac:chgData name="Suraj Chopade" userId="S::suraj.chopade@bostoninstituteofanalytics.org::dcc44ee8-6a65-4538-a5e1-c87e14ca7a61" providerId="AD" clId="Web-{42A6E2D6-91D0-59DF-ED35-F9C2F00ACF86}" dt="2023-10-05T07:17:32.557" v="97" actId="20577"/>
          <ac:spMkLst>
            <pc:docMk/>
            <pc:sldMk cId="1726830" sldId="314"/>
            <ac:spMk id="2" creationId="{F7761F45-99CF-5094-8BAE-64DDA34139B5}"/>
          </ac:spMkLst>
        </pc:spChg>
        <pc:spChg chg="mod">
          <ac:chgData name="Suraj Chopade" userId="S::suraj.chopade@bostoninstituteofanalytics.org::dcc44ee8-6a65-4538-a5e1-c87e14ca7a61" providerId="AD" clId="Web-{42A6E2D6-91D0-59DF-ED35-F9C2F00ACF86}" dt="2023-10-05T07:17:43.541" v="99" actId="1076"/>
          <ac:spMkLst>
            <pc:docMk/>
            <pc:sldMk cId="1726830" sldId="314"/>
            <ac:spMk id="9" creationId="{2FDADD92-4E39-7713-520E-D88B1D53A255}"/>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14" creationId="{231BF440-39FA-4087-84CC-2EEC0BBDAF29}"/>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16" creationId="{F04E4CBA-303B-48BD-8451-C2701CB0EEBF}"/>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18" creationId="{F6CA58B3-AFCC-4A40-9882-50D5080879B0}"/>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20" creationId="{75C56826-D4E5-42ED-8529-079651CB3005}"/>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22" creationId="{82095FCE-EF05-4443-B97A-85DEE3A5CA17}"/>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24" creationId="{CA00AE6B-AA30-4CF8-BA6F-339B780AD76C}"/>
          </ac:spMkLst>
        </pc:spChg>
        <pc:spChg chg="add del">
          <ac:chgData name="Suraj Chopade" userId="S::suraj.chopade@bostoninstituteofanalytics.org::dcc44ee8-6a65-4538-a5e1-c87e14ca7a61" providerId="AD" clId="Web-{42A6E2D6-91D0-59DF-ED35-F9C2F00ACF86}" dt="2023-10-05T07:17:17.525" v="93"/>
          <ac:spMkLst>
            <pc:docMk/>
            <pc:sldMk cId="1726830" sldId="314"/>
            <ac:spMk id="26" creationId="{D2B783EE-0239-4717-BBEA-8C9EAC61C824}"/>
          </ac:spMkLst>
        </pc:spChg>
        <pc:spChg chg="add del">
          <ac:chgData name="Suraj Chopade" userId="S::suraj.chopade@bostoninstituteofanalytics.org::dcc44ee8-6a65-4538-a5e1-c87e14ca7a61" providerId="AD" clId="Web-{42A6E2D6-91D0-59DF-ED35-F9C2F00ACF86}" dt="2023-10-05T07:17:17.525" v="93"/>
          <ac:spMkLst>
            <pc:docMk/>
            <pc:sldMk cId="1726830" sldId="314"/>
            <ac:spMk id="27" creationId="{A7B99495-F43F-4D80-A44F-2CB4764EB90B}"/>
          </ac:spMkLst>
        </pc:spChg>
        <pc:spChg chg="add del">
          <ac:chgData name="Suraj Chopade" userId="S::suraj.chopade@bostoninstituteofanalytics.org::dcc44ee8-6a65-4538-a5e1-c87e14ca7a61" providerId="AD" clId="Web-{42A6E2D6-91D0-59DF-ED35-F9C2F00ACF86}" dt="2023-10-05T07:17:17.525" v="93"/>
          <ac:spMkLst>
            <pc:docMk/>
            <pc:sldMk cId="1726830" sldId="314"/>
            <ac:spMk id="28" creationId="{70BEB1E7-2F88-40BC-B73D-42E5B6F80BFC}"/>
          </ac:spMkLst>
        </pc:spChg>
        <pc:picChg chg="add mod ord">
          <ac:chgData name="Suraj Chopade" userId="S::suraj.chopade@bostoninstituteofanalytics.org::dcc44ee8-6a65-4538-a5e1-c87e14ca7a61" providerId="AD" clId="Web-{42A6E2D6-91D0-59DF-ED35-F9C2F00ACF86}" dt="2023-10-05T07:17:36.479" v="98" actId="1076"/>
          <ac:picMkLst>
            <pc:docMk/>
            <pc:sldMk cId="1726830" sldId="314"/>
            <ac:picMk id="3" creationId="{A72BC3AD-E280-FE3B-7BCF-AAB945570761}"/>
          </ac:picMkLst>
        </pc:picChg>
        <pc:picChg chg="mod ord">
          <ac:chgData name="Suraj Chopade" userId="S::suraj.chopade@bostoninstituteofanalytics.org::dcc44ee8-6a65-4538-a5e1-c87e14ca7a61" providerId="AD" clId="Web-{42A6E2D6-91D0-59DF-ED35-F9C2F00ACF86}" dt="2023-10-05T07:17:17.525" v="93"/>
          <ac:picMkLst>
            <pc:docMk/>
            <pc:sldMk cId="1726830" sldId="314"/>
            <ac:picMk id="6" creationId="{00000000-0000-0000-0000-000000000000}"/>
          </ac:picMkLst>
        </pc:picChg>
        <pc:picChg chg="ord">
          <ac:chgData name="Suraj Chopade" userId="S::suraj.chopade@bostoninstituteofanalytics.org::dcc44ee8-6a65-4538-a5e1-c87e14ca7a61" providerId="AD" clId="Web-{42A6E2D6-91D0-59DF-ED35-F9C2F00ACF86}" dt="2023-10-05T07:17:17.525" v="93"/>
          <ac:picMkLst>
            <pc:docMk/>
            <pc:sldMk cId="1726830" sldId="314"/>
            <ac:picMk id="8" creationId="{00000000-0000-0000-0000-000000000000}"/>
          </ac:picMkLst>
        </pc:picChg>
        <pc:picChg chg="del">
          <ac:chgData name="Suraj Chopade" userId="S::suraj.chopade@bostoninstituteofanalytics.org::dcc44ee8-6a65-4538-a5e1-c87e14ca7a61" providerId="AD" clId="Web-{42A6E2D6-91D0-59DF-ED35-F9C2F00ACF86}" dt="2023-10-05T07:14:45.552" v="73"/>
          <ac:picMkLst>
            <pc:docMk/>
            <pc:sldMk cId="1726830" sldId="314"/>
            <ac:picMk id="15364" creationId="{CD64F499-172E-6C2B-794D-913EEE758973}"/>
          </ac:picMkLst>
        </pc:picChg>
      </pc:sldChg>
      <pc:sldChg chg="addSp modSp">
        <pc:chgData name="Suraj Chopade" userId="S::suraj.chopade@bostoninstituteofanalytics.org::dcc44ee8-6a65-4538-a5e1-c87e14ca7a61" providerId="AD" clId="Web-{42A6E2D6-91D0-59DF-ED35-F9C2F00ACF86}" dt="2023-10-05T08:36:34.471" v="980" actId="1076"/>
        <pc:sldMkLst>
          <pc:docMk/>
          <pc:sldMk cId="693713431" sldId="332"/>
        </pc:sldMkLst>
        <pc:spChg chg="mod">
          <ac:chgData name="Suraj Chopade" userId="S::suraj.chopade@bostoninstituteofanalytics.org::dcc44ee8-6a65-4538-a5e1-c87e14ca7a61" providerId="AD" clId="Web-{42A6E2D6-91D0-59DF-ED35-F9C2F00ACF86}" dt="2023-10-05T08:36:20.314" v="977" actId="1076"/>
          <ac:spMkLst>
            <pc:docMk/>
            <pc:sldMk cId="693713431" sldId="332"/>
            <ac:spMk id="2" creationId="{F7761F45-99CF-5094-8BAE-64DDA34139B5}"/>
          </ac:spMkLst>
        </pc:spChg>
        <pc:spChg chg="mod">
          <ac:chgData name="Suraj Chopade" userId="S::suraj.chopade@bostoninstituteofanalytics.org::dcc44ee8-6a65-4538-a5e1-c87e14ca7a61" providerId="AD" clId="Web-{42A6E2D6-91D0-59DF-ED35-F9C2F00ACF86}" dt="2023-10-05T08:27:49.506" v="901" actId="1076"/>
          <ac:spMkLst>
            <pc:docMk/>
            <pc:sldMk cId="693713431" sldId="332"/>
            <ac:spMk id="3" creationId="{39A0719D-FF26-C8B0-15D7-26754E0CE008}"/>
          </ac:spMkLst>
        </pc:spChg>
        <pc:picChg chg="add mod">
          <ac:chgData name="Suraj Chopade" userId="S::suraj.chopade@bostoninstituteofanalytics.org::dcc44ee8-6a65-4538-a5e1-c87e14ca7a61" providerId="AD" clId="Web-{42A6E2D6-91D0-59DF-ED35-F9C2F00ACF86}" dt="2023-10-05T08:36:34.471" v="980" actId="1076"/>
          <ac:picMkLst>
            <pc:docMk/>
            <pc:sldMk cId="693713431" sldId="332"/>
            <ac:picMk id="4" creationId="{80459A4B-5527-F2AA-2F2A-F5A24DCD1CCD}"/>
          </ac:picMkLst>
        </pc:picChg>
      </pc:sldChg>
      <pc:sldChg chg="modSp">
        <pc:chgData name="Suraj Chopade" userId="S::suraj.chopade@bostoninstituteofanalytics.org::dcc44ee8-6a65-4538-a5e1-c87e14ca7a61" providerId="AD" clId="Web-{42A6E2D6-91D0-59DF-ED35-F9C2F00ACF86}" dt="2023-10-05T08:58:10.412" v="1342" actId="20577"/>
        <pc:sldMkLst>
          <pc:docMk/>
          <pc:sldMk cId="4254827648" sldId="333"/>
        </pc:sldMkLst>
        <pc:spChg chg="mod">
          <ac:chgData name="Suraj Chopade" userId="S::suraj.chopade@bostoninstituteofanalytics.org::dcc44ee8-6a65-4538-a5e1-c87e14ca7a61" providerId="AD" clId="Web-{42A6E2D6-91D0-59DF-ED35-F9C2F00ACF86}" dt="2023-10-05T08:58:10.412" v="1342" actId="20577"/>
          <ac:spMkLst>
            <pc:docMk/>
            <pc:sldMk cId="4254827648" sldId="333"/>
            <ac:spMk id="2" creationId="{F7761F45-99CF-5094-8BAE-64DDA34139B5}"/>
          </ac:spMkLst>
        </pc:spChg>
        <pc:spChg chg="mod">
          <ac:chgData name="Suraj Chopade" userId="S::suraj.chopade@bostoninstituteofanalytics.org::dcc44ee8-6a65-4538-a5e1-c87e14ca7a61" providerId="AD" clId="Web-{42A6E2D6-91D0-59DF-ED35-F9C2F00ACF86}" dt="2023-10-05T08:55:58.768" v="1298" actId="1076"/>
          <ac:spMkLst>
            <pc:docMk/>
            <pc:sldMk cId="4254827648" sldId="333"/>
            <ac:spMk id="3" creationId="{39A0719D-FF26-C8B0-15D7-26754E0CE008}"/>
          </ac:spMkLst>
        </pc:spChg>
      </pc:sldChg>
      <pc:sldChg chg="modSp del">
        <pc:chgData name="Suraj Chopade" userId="S::suraj.chopade@bostoninstituteofanalytics.org::dcc44ee8-6a65-4538-a5e1-c87e14ca7a61" providerId="AD" clId="Web-{42A6E2D6-91D0-59DF-ED35-F9C2F00ACF86}" dt="2023-10-05T10:24:25.338" v="1742"/>
        <pc:sldMkLst>
          <pc:docMk/>
          <pc:sldMk cId="1495372664" sldId="334"/>
        </pc:sldMkLst>
        <pc:spChg chg="mod">
          <ac:chgData name="Suraj Chopade" userId="S::suraj.chopade@bostoninstituteofanalytics.org::dcc44ee8-6a65-4538-a5e1-c87e14ca7a61" providerId="AD" clId="Web-{42A6E2D6-91D0-59DF-ED35-F9C2F00ACF86}" dt="2023-10-05T10:03:53.342" v="1741" actId="20577"/>
          <ac:spMkLst>
            <pc:docMk/>
            <pc:sldMk cId="1495372664" sldId="334"/>
            <ac:spMk id="3" creationId="{39A0719D-FF26-C8B0-15D7-26754E0CE008}"/>
          </ac:spMkLst>
        </pc:spChg>
      </pc:sldChg>
      <pc:sldChg chg="del">
        <pc:chgData name="Suraj Chopade" userId="S::suraj.chopade@bostoninstituteofanalytics.org::dcc44ee8-6a65-4538-a5e1-c87e14ca7a61" providerId="AD" clId="Web-{42A6E2D6-91D0-59DF-ED35-F9C2F00ACF86}" dt="2023-10-05T09:49:55.300" v="1605"/>
        <pc:sldMkLst>
          <pc:docMk/>
          <pc:sldMk cId="2391541824" sldId="335"/>
        </pc:sldMkLst>
      </pc:sldChg>
      <pc:sldChg chg="del">
        <pc:chgData name="Suraj Chopade" userId="S::suraj.chopade@bostoninstituteofanalytics.org::dcc44ee8-6a65-4538-a5e1-c87e14ca7a61" providerId="AD" clId="Web-{42A6E2D6-91D0-59DF-ED35-F9C2F00ACF86}" dt="2023-10-05T09:49:55.284" v="1604"/>
        <pc:sldMkLst>
          <pc:docMk/>
          <pc:sldMk cId="3716890899" sldId="336"/>
        </pc:sldMkLst>
      </pc:sldChg>
      <pc:sldChg chg="del">
        <pc:chgData name="Suraj Chopade" userId="S::suraj.chopade@bostoninstituteofanalytics.org::dcc44ee8-6a65-4538-a5e1-c87e14ca7a61" providerId="AD" clId="Web-{42A6E2D6-91D0-59DF-ED35-F9C2F00ACF86}" dt="2023-10-05T09:49:55.284" v="1601"/>
        <pc:sldMkLst>
          <pc:docMk/>
          <pc:sldMk cId="1795554002" sldId="337"/>
        </pc:sldMkLst>
      </pc:sldChg>
      <pc:sldChg chg="del">
        <pc:chgData name="Suraj Chopade" userId="S::suraj.chopade@bostoninstituteofanalytics.org::dcc44ee8-6a65-4538-a5e1-c87e14ca7a61" providerId="AD" clId="Web-{42A6E2D6-91D0-59DF-ED35-F9C2F00ACF86}" dt="2023-10-05T09:49:55.284" v="1600"/>
        <pc:sldMkLst>
          <pc:docMk/>
          <pc:sldMk cId="2148243153" sldId="338"/>
        </pc:sldMkLst>
      </pc:sldChg>
      <pc:sldChg chg="del">
        <pc:chgData name="Suraj Chopade" userId="S::suraj.chopade@bostoninstituteofanalytics.org::dcc44ee8-6a65-4538-a5e1-c87e14ca7a61" providerId="AD" clId="Web-{42A6E2D6-91D0-59DF-ED35-F9C2F00ACF86}" dt="2023-10-05T09:49:55.284" v="1603"/>
        <pc:sldMkLst>
          <pc:docMk/>
          <pc:sldMk cId="2285600836" sldId="339"/>
        </pc:sldMkLst>
      </pc:sldChg>
      <pc:sldChg chg="del">
        <pc:chgData name="Suraj Chopade" userId="S::suraj.chopade@bostoninstituteofanalytics.org::dcc44ee8-6a65-4538-a5e1-c87e14ca7a61" providerId="AD" clId="Web-{42A6E2D6-91D0-59DF-ED35-F9C2F00ACF86}" dt="2023-10-05T09:49:55.284" v="1602"/>
        <pc:sldMkLst>
          <pc:docMk/>
          <pc:sldMk cId="208652236" sldId="340"/>
        </pc:sldMkLst>
      </pc:sldChg>
      <pc:sldChg chg="del">
        <pc:chgData name="Suraj Chopade" userId="S::suraj.chopade@bostoninstituteofanalytics.org::dcc44ee8-6a65-4538-a5e1-c87e14ca7a61" providerId="AD" clId="Web-{42A6E2D6-91D0-59DF-ED35-F9C2F00ACF86}" dt="2023-10-05T09:49:55.284" v="1599"/>
        <pc:sldMkLst>
          <pc:docMk/>
          <pc:sldMk cId="2546236837" sldId="341"/>
        </pc:sldMkLst>
      </pc:sldChg>
      <pc:sldChg chg="addSp delSp modSp add replId">
        <pc:chgData name="Suraj Chopade" userId="S::suraj.chopade@bostoninstituteofanalytics.org::dcc44ee8-6a65-4538-a5e1-c87e14ca7a61" providerId="AD" clId="Web-{42A6E2D6-91D0-59DF-ED35-F9C2F00ACF86}" dt="2023-10-05T07:25:43.852" v="169" actId="1076"/>
        <pc:sldMkLst>
          <pc:docMk/>
          <pc:sldMk cId="3709622772" sldId="342"/>
        </pc:sldMkLst>
        <pc:spChg chg="mod">
          <ac:chgData name="Suraj Chopade" userId="S::suraj.chopade@bostoninstituteofanalytics.org::dcc44ee8-6a65-4538-a5e1-c87e14ca7a61" providerId="AD" clId="Web-{42A6E2D6-91D0-59DF-ED35-F9C2F00ACF86}" dt="2023-10-05T07:25:11.210" v="163" actId="20577"/>
          <ac:spMkLst>
            <pc:docMk/>
            <pc:sldMk cId="3709622772" sldId="342"/>
            <ac:spMk id="2" creationId="{F7761F45-99CF-5094-8BAE-64DDA34139B5}"/>
          </ac:spMkLst>
        </pc:spChg>
        <pc:spChg chg="mod">
          <ac:chgData name="Suraj Chopade" userId="S::suraj.chopade@bostoninstituteofanalytics.org::dcc44ee8-6a65-4538-a5e1-c87e14ca7a61" providerId="AD" clId="Web-{42A6E2D6-91D0-59DF-ED35-F9C2F00ACF86}" dt="2023-10-05T07:18:48.965" v="104" actId="1076"/>
          <ac:spMkLst>
            <pc:docMk/>
            <pc:sldMk cId="3709622772" sldId="342"/>
            <ac:spMk id="9" creationId="{2FDADD92-4E39-7713-520E-D88B1D53A255}"/>
          </ac:spMkLst>
        </pc:spChg>
        <pc:picChg chg="del">
          <ac:chgData name="Suraj Chopade" userId="S::suraj.chopade@bostoninstituteofanalytics.org::dcc44ee8-6a65-4538-a5e1-c87e14ca7a61" providerId="AD" clId="Web-{42A6E2D6-91D0-59DF-ED35-F9C2F00ACF86}" dt="2023-10-05T07:19:42.810" v="119"/>
          <ac:picMkLst>
            <pc:docMk/>
            <pc:sldMk cId="3709622772" sldId="342"/>
            <ac:picMk id="3" creationId="{A72BC3AD-E280-FE3B-7BCF-AAB945570761}"/>
          </ac:picMkLst>
        </pc:picChg>
        <pc:picChg chg="add mod">
          <ac:chgData name="Suraj Chopade" userId="S::suraj.chopade@bostoninstituteofanalytics.org::dcc44ee8-6a65-4538-a5e1-c87e14ca7a61" providerId="AD" clId="Web-{42A6E2D6-91D0-59DF-ED35-F9C2F00ACF86}" dt="2023-10-05T07:25:43.852" v="169" actId="1076"/>
          <ac:picMkLst>
            <pc:docMk/>
            <pc:sldMk cId="3709622772" sldId="342"/>
            <ac:picMk id="4" creationId="{3D9DFF31-940B-B7E4-0D73-1911D551E929}"/>
          </ac:picMkLst>
        </pc:picChg>
      </pc:sldChg>
      <pc:sldChg chg="modSp add replId">
        <pc:chgData name="Suraj Chopade" userId="S::suraj.chopade@bostoninstituteofanalytics.org::dcc44ee8-6a65-4538-a5e1-c87e14ca7a61" providerId="AD" clId="Web-{42A6E2D6-91D0-59DF-ED35-F9C2F00ACF86}" dt="2023-10-05T07:27:51.246" v="178" actId="20577"/>
        <pc:sldMkLst>
          <pc:docMk/>
          <pc:sldMk cId="998055449" sldId="343"/>
        </pc:sldMkLst>
        <pc:spChg chg="mod">
          <ac:chgData name="Suraj Chopade" userId="S::suraj.chopade@bostoninstituteofanalytics.org::dcc44ee8-6a65-4538-a5e1-c87e14ca7a61" providerId="AD" clId="Web-{42A6E2D6-91D0-59DF-ED35-F9C2F00ACF86}" dt="2023-10-05T07:27:51.246" v="178" actId="20577"/>
          <ac:spMkLst>
            <pc:docMk/>
            <pc:sldMk cId="998055449" sldId="343"/>
            <ac:spMk id="2" creationId="{F7761F45-99CF-5094-8BAE-64DDA34139B5}"/>
          </ac:spMkLst>
        </pc:spChg>
      </pc:sldChg>
      <pc:sldChg chg="modSp add replId">
        <pc:chgData name="Suraj Chopade" userId="S::suraj.chopade@bostoninstituteofanalytics.org::dcc44ee8-6a65-4538-a5e1-c87e14ca7a61" providerId="AD" clId="Web-{42A6E2D6-91D0-59DF-ED35-F9C2F00ACF86}" dt="2023-10-05T07:29:43.937" v="199" actId="14100"/>
        <pc:sldMkLst>
          <pc:docMk/>
          <pc:sldMk cId="3211538988" sldId="344"/>
        </pc:sldMkLst>
        <pc:spChg chg="mod">
          <ac:chgData name="Suraj Chopade" userId="S::suraj.chopade@bostoninstituteofanalytics.org::dcc44ee8-6a65-4538-a5e1-c87e14ca7a61" providerId="AD" clId="Web-{42A6E2D6-91D0-59DF-ED35-F9C2F00ACF86}" dt="2023-10-05T07:29:43.937" v="199" actId="14100"/>
          <ac:spMkLst>
            <pc:docMk/>
            <pc:sldMk cId="3211538988" sldId="344"/>
            <ac:spMk id="2" creationId="{F7761F45-99CF-5094-8BAE-64DDA34139B5}"/>
          </ac:spMkLst>
        </pc:spChg>
      </pc:sldChg>
      <pc:sldChg chg="addSp delSp modSp add replId">
        <pc:chgData name="Suraj Chopade" userId="S::suraj.chopade@bostoninstituteofanalytics.org::dcc44ee8-6a65-4538-a5e1-c87e14ca7a61" providerId="AD" clId="Web-{42A6E2D6-91D0-59DF-ED35-F9C2F00ACF86}" dt="2023-10-05T07:36:43.433" v="246" actId="1076"/>
        <pc:sldMkLst>
          <pc:docMk/>
          <pc:sldMk cId="1589054290" sldId="345"/>
        </pc:sldMkLst>
        <pc:spChg chg="mod">
          <ac:chgData name="Suraj Chopade" userId="S::suraj.chopade@bostoninstituteofanalytics.org::dcc44ee8-6a65-4538-a5e1-c87e14ca7a61" providerId="AD" clId="Web-{42A6E2D6-91D0-59DF-ED35-F9C2F00ACF86}" dt="2023-10-05T07:36:40.761" v="245" actId="1076"/>
          <ac:spMkLst>
            <pc:docMk/>
            <pc:sldMk cId="1589054290" sldId="345"/>
            <ac:spMk id="2" creationId="{F7761F45-99CF-5094-8BAE-64DDA34139B5}"/>
          </ac:spMkLst>
        </pc:spChg>
        <pc:spChg chg="mod">
          <ac:chgData name="Suraj Chopade" userId="S::suraj.chopade@bostoninstituteofanalytics.org::dcc44ee8-6a65-4538-a5e1-c87e14ca7a61" providerId="AD" clId="Web-{42A6E2D6-91D0-59DF-ED35-F9C2F00ACF86}" dt="2023-10-05T07:30:33.376" v="207" actId="1076"/>
          <ac:spMkLst>
            <pc:docMk/>
            <pc:sldMk cId="1589054290" sldId="345"/>
            <ac:spMk id="9" creationId="{2FDADD92-4E39-7713-520E-D88B1D53A255}"/>
          </ac:spMkLst>
        </pc:spChg>
        <pc:picChg chg="add del mod">
          <ac:chgData name="Suraj Chopade" userId="S::suraj.chopade@bostoninstituteofanalytics.org::dcc44ee8-6a65-4538-a5e1-c87e14ca7a61" providerId="AD" clId="Web-{42A6E2D6-91D0-59DF-ED35-F9C2F00ACF86}" dt="2023-10-05T07:35:55.776" v="231"/>
          <ac:picMkLst>
            <pc:docMk/>
            <pc:sldMk cId="1589054290" sldId="345"/>
            <ac:picMk id="3" creationId="{DCC0766E-CE35-A472-7D59-D808B3C60826}"/>
          </ac:picMkLst>
        </pc:picChg>
        <pc:picChg chg="add mod">
          <ac:chgData name="Suraj Chopade" userId="S::suraj.chopade@bostoninstituteofanalytics.org::dcc44ee8-6a65-4538-a5e1-c87e14ca7a61" providerId="AD" clId="Web-{42A6E2D6-91D0-59DF-ED35-F9C2F00ACF86}" dt="2023-10-05T07:36:43.433" v="246" actId="1076"/>
          <ac:picMkLst>
            <pc:docMk/>
            <pc:sldMk cId="1589054290" sldId="345"/>
            <ac:picMk id="4" creationId="{F4D7C8F8-A026-DE24-CB5E-BF7312A9E7AB}"/>
          </ac:picMkLst>
        </pc:picChg>
      </pc:sldChg>
      <pc:sldChg chg="delSp modSp add replId">
        <pc:chgData name="Suraj Chopade" userId="S::suraj.chopade@bostoninstituteofanalytics.org::dcc44ee8-6a65-4538-a5e1-c87e14ca7a61" providerId="AD" clId="Web-{42A6E2D6-91D0-59DF-ED35-F9C2F00ACF86}" dt="2023-10-05T07:42:54.928" v="318" actId="20577"/>
        <pc:sldMkLst>
          <pc:docMk/>
          <pc:sldMk cId="2822367668" sldId="346"/>
        </pc:sldMkLst>
        <pc:spChg chg="mod">
          <ac:chgData name="Suraj Chopade" userId="S::suraj.chopade@bostoninstituteofanalytics.org::dcc44ee8-6a65-4538-a5e1-c87e14ca7a61" providerId="AD" clId="Web-{42A6E2D6-91D0-59DF-ED35-F9C2F00ACF86}" dt="2023-10-05T07:42:54.928" v="318" actId="20577"/>
          <ac:spMkLst>
            <pc:docMk/>
            <pc:sldMk cId="2822367668" sldId="346"/>
            <ac:spMk id="2" creationId="{F7761F45-99CF-5094-8BAE-64DDA34139B5}"/>
          </ac:spMkLst>
        </pc:spChg>
        <pc:spChg chg="mod">
          <ac:chgData name="Suraj Chopade" userId="S::suraj.chopade@bostoninstituteofanalytics.org::dcc44ee8-6a65-4538-a5e1-c87e14ca7a61" providerId="AD" clId="Web-{42A6E2D6-91D0-59DF-ED35-F9C2F00ACF86}" dt="2023-10-05T07:42:44.475" v="311" actId="1076"/>
          <ac:spMkLst>
            <pc:docMk/>
            <pc:sldMk cId="2822367668" sldId="346"/>
            <ac:spMk id="9" creationId="{2FDADD92-4E39-7713-520E-D88B1D53A255}"/>
          </ac:spMkLst>
        </pc:spChg>
        <pc:picChg chg="del">
          <ac:chgData name="Suraj Chopade" userId="S::suraj.chopade@bostoninstituteofanalytics.org::dcc44ee8-6a65-4538-a5e1-c87e14ca7a61" providerId="AD" clId="Web-{42A6E2D6-91D0-59DF-ED35-F9C2F00ACF86}" dt="2023-10-05T07:37:07.965" v="248"/>
          <ac:picMkLst>
            <pc:docMk/>
            <pc:sldMk cId="2822367668" sldId="346"/>
            <ac:picMk id="4" creationId="{F4D7C8F8-A026-DE24-CB5E-BF7312A9E7AB}"/>
          </ac:picMkLst>
        </pc:picChg>
      </pc:sldChg>
      <pc:sldChg chg="modSp add replId">
        <pc:chgData name="Suraj Chopade" userId="S::suraj.chopade@bostoninstituteofanalytics.org::dcc44ee8-6a65-4538-a5e1-c87e14ca7a61" providerId="AD" clId="Web-{42A6E2D6-91D0-59DF-ED35-F9C2F00ACF86}" dt="2023-10-05T07:43:19.695" v="327" actId="20577"/>
        <pc:sldMkLst>
          <pc:docMk/>
          <pc:sldMk cId="2851047092" sldId="347"/>
        </pc:sldMkLst>
        <pc:spChg chg="mod">
          <ac:chgData name="Suraj Chopade" userId="S::suraj.chopade@bostoninstituteofanalytics.org::dcc44ee8-6a65-4538-a5e1-c87e14ca7a61" providerId="AD" clId="Web-{42A6E2D6-91D0-59DF-ED35-F9C2F00ACF86}" dt="2023-10-05T07:43:19.695" v="327" actId="20577"/>
          <ac:spMkLst>
            <pc:docMk/>
            <pc:sldMk cId="2851047092" sldId="347"/>
            <ac:spMk id="2" creationId="{F7761F45-99CF-5094-8BAE-64DDA34139B5}"/>
          </ac:spMkLst>
        </pc:spChg>
        <pc:spChg chg="mod">
          <ac:chgData name="Suraj Chopade" userId="S::suraj.chopade@bostoninstituteofanalytics.org::dcc44ee8-6a65-4538-a5e1-c87e14ca7a61" providerId="AD" clId="Web-{42A6E2D6-91D0-59DF-ED35-F9C2F00ACF86}" dt="2023-10-05T07:43:14.710" v="325" actId="1076"/>
          <ac:spMkLst>
            <pc:docMk/>
            <pc:sldMk cId="2851047092" sldId="347"/>
            <ac:spMk id="9" creationId="{2FDADD92-4E39-7713-520E-D88B1D53A255}"/>
          </ac:spMkLst>
        </pc:spChg>
      </pc:sldChg>
      <pc:sldChg chg="modSp add replId">
        <pc:chgData name="Suraj Chopade" userId="S::suraj.chopade@bostoninstituteofanalytics.org::dcc44ee8-6a65-4538-a5e1-c87e14ca7a61" providerId="AD" clId="Web-{42A6E2D6-91D0-59DF-ED35-F9C2F00ACF86}" dt="2023-10-05T07:49:32.455" v="458" actId="20577"/>
        <pc:sldMkLst>
          <pc:docMk/>
          <pc:sldMk cId="2195828354" sldId="348"/>
        </pc:sldMkLst>
        <pc:spChg chg="mod">
          <ac:chgData name="Suraj Chopade" userId="S::suraj.chopade@bostoninstituteofanalytics.org::dcc44ee8-6a65-4538-a5e1-c87e14ca7a61" providerId="AD" clId="Web-{42A6E2D6-91D0-59DF-ED35-F9C2F00ACF86}" dt="2023-10-05T07:49:32.455" v="458" actId="20577"/>
          <ac:spMkLst>
            <pc:docMk/>
            <pc:sldMk cId="2195828354" sldId="348"/>
            <ac:spMk id="2" creationId="{F7761F45-99CF-5094-8BAE-64DDA34139B5}"/>
          </ac:spMkLst>
        </pc:spChg>
        <pc:spChg chg="mod">
          <ac:chgData name="Suraj Chopade" userId="S::suraj.chopade@bostoninstituteofanalytics.org::dcc44ee8-6a65-4538-a5e1-c87e14ca7a61" providerId="AD" clId="Web-{42A6E2D6-91D0-59DF-ED35-F9C2F00ACF86}" dt="2023-10-05T07:43:54.446" v="336" actId="1076"/>
          <ac:spMkLst>
            <pc:docMk/>
            <pc:sldMk cId="2195828354" sldId="348"/>
            <ac:spMk id="9" creationId="{2FDADD92-4E39-7713-520E-D88B1D53A255}"/>
          </ac:spMkLst>
        </pc:spChg>
      </pc:sldChg>
      <pc:sldChg chg="modSp add replId">
        <pc:chgData name="Suraj Chopade" userId="S::suraj.chopade@bostoninstituteofanalytics.org::dcc44ee8-6a65-4538-a5e1-c87e14ca7a61" providerId="AD" clId="Web-{42A6E2D6-91D0-59DF-ED35-F9C2F00ACF86}" dt="2023-10-05T09:50:40.473" v="1607" actId="20577"/>
        <pc:sldMkLst>
          <pc:docMk/>
          <pc:sldMk cId="2280237744" sldId="349"/>
        </pc:sldMkLst>
        <pc:spChg chg="mod">
          <ac:chgData name="Suraj Chopade" userId="S::suraj.chopade@bostoninstituteofanalytics.org::dcc44ee8-6a65-4538-a5e1-c87e14ca7a61" providerId="AD" clId="Web-{42A6E2D6-91D0-59DF-ED35-F9C2F00ACF86}" dt="2023-10-05T09:50:40.473" v="1607" actId="20577"/>
          <ac:spMkLst>
            <pc:docMk/>
            <pc:sldMk cId="2280237744" sldId="349"/>
            <ac:spMk id="2" creationId="{F7761F45-99CF-5094-8BAE-64DDA34139B5}"/>
          </ac:spMkLst>
        </pc:spChg>
      </pc:sldChg>
      <pc:sldChg chg="modSp add replId">
        <pc:chgData name="Suraj Chopade" userId="S::suraj.chopade@bostoninstituteofanalytics.org::dcc44ee8-6a65-4538-a5e1-c87e14ca7a61" providerId="AD" clId="Web-{42A6E2D6-91D0-59DF-ED35-F9C2F00ACF86}" dt="2023-10-05T07:52:53.039" v="488" actId="20577"/>
        <pc:sldMkLst>
          <pc:docMk/>
          <pc:sldMk cId="1145284372" sldId="350"/>
        </pc:sldMkLst>
        <pc:spChg chg="mod">
          <ac:chgData name="Suraj Chopade" userId="S::suraj.chopade@bostoninstituteofanalytics.org::dcc44ee8-6a65-4538-a5e1-c87e14ca7a61" providerId="AD" clId="Web-{42A6E2D6-91D0-59DF-ED35-F9C2F00ACF86}" dt="2023-10-05T07:52:53.039" v="488" actId="20577"/>
          <ac:spMkLst>
            <pc:docMk/>
            <pc:sldMk cId="1145284372" sldId="350"/>
            <ac:spMk id="2" creationId="{F7761F45-99CF-5094-8BAE-64DDA34139B5}"/>
          </ac:spMkLst>
        </pc:spChg>
        <pc:spChg chg="mod">
          <ac:chgData name="Suraj Chopade" userId="S::suraj.chopade@bostoninstituteofanalytics.org::dcc44ee8-6a65-4538-a5e1-c87e14ca7a61" providerId="AD" clId="Web-{42A6E2D6-91D0-59DF-ED35-F9C2F00ACF86}" dt="2023-10-05T07:51:55.631" v="471" actId="1076"/>
          <ac:spMkLst>
            <pc:docMk/>
            <pc:sldMk cId="1145284372" sldId="350"/>
            <ac:spMk id="9" creationId="{2FDADD92-4E39-7713-520E-D88B1D53A255}"/>
          </ac:spMkLst>
        </pc:spChg>
      </pc:sldChg>
      <pc:sldChg chg="addSp modSp add replId">
        <pc:chgData name="Suraj Chopade" userId="S::suraj.chopade@bostoninstituteofanalytics.org::dcc44ee8-6a65-4538-a5e1-c87e14ca7a61" providerId="AD" clId="Web-{42A6E2D6-91D0-59DF-ED35-F9C2F00ACF86}" dt="2023-10-05T08:09:44.225" v="685" actId="20577"/>
        <pc:sldMkLst>
          <pc:docMk/>
          <pc:sldMk cId="3488034501" sldId="351"/>
        </pc:sldMkLst>
        <pc:spChg chg="mod">
          <ac:chgData name="Suraj Chopade" userId="S::suraj.chopade@bostoninstituteofanalytics.org::dcc44ee8-6a65-4538-a5e1-c87e14ca7a61" providerId="AD" clId="Web-{42A6E2D6-91D0-59DF-ED35-F9C2F00ACF86}" dt="2023-10-05T08:05:41.718" v="676" actId="1076"/>
          <ac:spMkLst>
            <pc:docMk/>
            <pc:sldMk cId="3488034501" sldId="351"/>
            <ac:spMk id="2" creationId="{F7761F45-99CF-5094-8BAE-64DDA34139B5}"/>
          </ac:spMkLst>
        </pc:spChg>
        <pc:spChg chg="add mod">
          <ac:chgData name="Suraj Chopade" userId="S::suraj.chopade@bostoninstituteofanalytics.org::dcc44ee8-6a65-4538-a5e1-c87e14ca7a61" providerId="AD" clId="Web-{42A6E2D6-91D0-59DF-ED35-F9C2F00ACF86}" dt="2023-10-05T08:09:44.225" v="685" actId="20577"/>
          <ac:spMkLst>
            <pc:docMk/>
            <pc:sldMk cId="3488034501" sldId="351"/>
            <ac:spMk id="3" creationId="{4D3054B6-E84C-8E2C-CFFC-073DB3A2F15B}"/>
          </ac:spMkLst>
        </pc:spChg>
        <pc:spChg chg="mod">
          <ac:chgData name="Suraj Chopade" userId="S::suraj.chopade@bostoninstituteofanalytics.org::dcc44ee8-6a65-4538-a5e1-c87e14ca7a61" providerId="AD" clId="Web-{42A6E2D6-91D0-59DF-ED35-F9C2F00ACF86}" dt="2023-10-05T07:57:52.173" v="498" actId="14100"/>
          <ac:spMkLst>
            <pc:docMk/>
            <pc:sldMk cId="3488034501" sldId="351"/>
            <ac:spMk id="9" creationId="{2FDADD92-4E39-7713-520E-D88B1D53A255}"/>
          </ac:spMkLst>
        </pc:spChg>
      </pc:sldChg>
      <pc:sldChg chg="modSp add ord replId">
        <pc:chgData name="Suraj Chopade" userId="S::suraj.chopade@bostoninstituteofanalytics.org::dcc44ee8-6a65-4538-a5e1-c87e14ca7a61" providerId="AD" clId="Web-{42A6E2D6-91D0-59DF-ED35-F9C2F00ACF86}" dt="2023-10-05T08:14:30.811" v="776" actId="1076"/>
        <pc:sldMkLst>
          <pc:docMk/>
          <pc:sldMk cId="3822785467" sldId="352"/>
        </pc:sldMkLst>
        <pc:spChg chg="mod">
          <ac:chgData name="Suraj Chopade" userId="S::suraj.chopade@bostoninstituteofanalytics.org::dcc44ee8-6a65-4538-a5e1-c87e14ca7a61" providerId="AD" clId="Web-{42A6E2D6-91D0-59DF-ED35-F9C2F00ACF86}" dt="2023-10-05T08:14:30.811" v="776" actId="1076"/>
          <ac:spMkLst>
            <pc:docMk/>
            <pc:sldMk cId="3822785467" sldId="352"/>
            <ac:spMk id="2" creationId="{F7761F45-99CF-5094-8BAE-64DDA34139B5}"/>
          </ac:spMkLst>
        </pc:spChg>
        <pc:spChg chg="mod">
          <ac:chgData name="Suraj Chopade" userId="S::suraj.chopade@bostoninstituteofanalytics.org::dcc44ee8-6a65-4538-a5e1-c87e14ca7a61" providerId="AD" clId="Web-{42A6E2D6-91D0-59DF-ED35-F9C2F00ACF86}" dt="2023-10-05T08:11:24.821" v="701" actId="1076"/>
          <ac:spMkLst>
            <pc:docMk/>
            <pc:sldMk cId="3822785467" sldId="352"/>
            <ac:spMk id="9" creationId="{2FDADD92-4E39-7713-520E-D88B1D53A255}"/>
          </ac:spMkLst>
        </pc:spChg>
      </pc:sldChg>
      <pc:sldChg chg="addSp modSp add replId">
        <pc:chgData name="Suraj Chopade" userId="S::suraj.chopade@bostoninstituteofanalytics.org::dcc44ee8-6a65-4538-a5e1-c87e14ca7a61" providerId="AD" clId="Web-{42A6E2D6-91D0-59DF-ED35-F9C2F00ACF86}" dt="2023-10-05T08:21:29.714" v="875" actId="1076"/>
        <pc:sldMkLst>
          <pc:docMk/>
          <pc:sldMk cId="2383408920" sldId="353"/>
        </pc:sldMkLst>
        <pc:spChg chg="mod">
          <ac:chgData name="Suraj Chopade" userId="S::suraj.chopade@bostoninstituteofanalytics.org::dcc44ee8-6a65-4538-a5e1-c87e14ca7a61" providerId="AD" clId="Web-{42A6E2D6-91D0-59DF-ED35-F9C2F00ACF86}" dt="2023-10-05T08:21:10.229" v="870" actId="20577"/>
          <ac:spMkLst>
            <pc:docMk/>
            <pc:sldMk cId="2383408920" sldId="353"/>
            <ac:spMk id="2" creationId="{F7761F45-99CF-5094-8BAE-64DDA34139B5}"/>
          </ac:spMkLst>
        </pc:spChg>
        <pc:spChg chg="mod">
          <ac:chgData name="Suraj Chopade" userId="S::suraj.chopade@bostoninstituteofanalytics.org::dcc44ee8-6a65-4538-a5e1-c87e14ca7a61" providerId="AD" clId="Web-{42A6E2D6-91D0-59DF-ED35-F9C2F00ACF86}" dt="2023-10-05T08:21:29.714" v="875" actId="1076"/>
          <ac:spMkLst>
            <pc:docMk/>
            <pc:sldMk cId="2383408920" sldId="353"/>
            <ac:spMk id="9" creationId="{2FDADD92-4E39-7713-520E-D88B1D53A255}"/>
          </ac:spMkLst>
        </pc:spChg>
        <pc:picChg chg="add mod">
          <ac:chgData name="Suraj Chopade" userId="S::suraj.chopade@bostoninstituteofanalytics.org::dcc44ee8-6a65-4538-a5e1-c87e14ca7a61" providerId="AD" clId="Web-{42A6E2D6-91D0-59DF-ED35-F9C2F00ACF86}" dt="2023-10-05T08:21:17.073" v="871" actId="1076"/>
          <ac:picMkLst>
            <pc:docMk/>
            <pc:sldMk cId="2383408920" sldId="353"/>
            <ac:picMk id="3" creationId="{9266A67D-1211-8D25-D282-DAB5A15CC935}"/>
          </ac:picMkLst>
        </pc:picChg>
      </pc:sldChg>
      <pc:sldChg chg="addSp delSp modSp add replId">
        <pc:chgData name="Suraj Chopade" userId="S::suraj.chopade@bostoninstituteofanalytics.org::dcc44ee8-6a65-4538-a5e1-c87e14ca7a61" providerId="AD" clId="Web-{42A6E2D6-91D0-59DF-ED35-F9C2F00ACF86}" dt="2023-10-05T08:39:32.226" v="985" actId="1076"/>
        <pc:sldMkLst>
          <pc:docMk/>
          <pc:sldMk cId="1637956367" sldId="354"/>
        </pc:sldMkLst>
        <pc:spChg chg="mod">
          <ac:chgData name="Suraj Chopade" userId="S::suraj.chopade@bostoninstituteofanalytics.org::dcc44ee8-6a65-4538-a5e1-c87e14ca7a61" providerId="AD" clId="Web-{42A6E2D6-91D0-59DF-ED35-F9C2F00ACF86}" dt="2023-10-05T08:36:15.830" v="976" actId="1076"/>
          <ac:spMkLst>
            <pc:docMk/>
            <pc:sldMk cId="1637956367" sldId="354"/>
            <ac:spMk id="2" creationId="{F7761F45-99CF-5094-8BAE-64DDA34139B5}"/>
          </ac:spMkLst>
        </pc:spChg>
        <pc:picChg chg="del">
          <ac:chgData name="Suraj Chopade" userId="S::suraj.chopade@bostoninstituteofanalytics.org::dcc44ee8-6a65-4538-a5e1-c87e14ca7a61" providerId="AD" clId="Web-{42A6E2D6-91D0-59DF-ED35-F9C2F00ACF86}" dt="2023-10-05T08:34:42.859" v="952"/>
          <ac:picMkLst>
            <pc:docMk/>
            <pc:sldMk cId="1637956367" sldId="354"/>
            <ac:picMk id="4" creationId="{80459A4B-5527-F2AA-2F2A-F5A24DCD1CCD}"/>
          </ac:picMkLst>
        </pc:picChg>
        <pc:picChg chg="add mod">
          <ac:chgData name="Suraj Chopade" userId="S::suraj.chopade@bostoninstituteofanalytics.org::dcc44ee8-6a65-4538-a5e1-c87e14ca7a61" providerId="AD" clId="Web-{42A6E2D6-91D0-59DF-ED35-F9C2F00ACF86}" dt="2023-10-05T08:39:32.226" v="985" actId="1076"/>
          <ac:picMkLst>
            <pc:docMk/>
            <pc:sldMk cId="1637956367" sldId="354"/>
            <ac:picMk id="5" creationId="{7E4F4B43-5A1D-64AD-BC9E-B0FDD18FA44A}"/>
          </ac:picMkLst>
        </pc:picChg>
      </pc:sldChg>
      <pc:sldChg chg="addSp delSp modSp add replId">
        <pc:chgData name="Suraj Chopade" userId="S::suraj.chopade@bostoninstituteofanalytics.org::dcc44ee8-6a65-4538-a5e1-c87e14ca7a61" providerId="AD" clId="Web-{42A6E2D6-91D0-59DF-ED35-F9C2F00ACF86}" dt="2023-10-05T08:43:03.435" v="1026" actId="1076"/>
        <pc:sldMkLst>
          <pc:docMk/>
          <pc:sldMk cId="543563370" sldId="355"/>
        </pc:sldMkLst>
        <pc:spChg chg="mod">
          <ac:chgData name="Suraj Chopade" userId="S::suraj.chopade@bostoninstituteofanalytics.org::dcc44ee8-6a65-4538-a5e1-c87e14ca7a61" providerId="AD" clId="Web-{42A6E2D6-91D0-59DF-ED35-F9C2F00ACF86}" dt="2023-10-05T08:41:28.432" v="1019" actId="14100"/>
          <ac:spMkLst>
            <pc:docMk/>
            <pc:sldMk cId="543563370" sldId="355"/>
            <ac:spMk id="2" creationId="{F7761F45-99CF-5094-8BAE-64DDA34139B5}"/>
          </ac:spMkLst>
        </pc:spChg>
        <pc:picChg chg="add mod">
          <ac:chgData name="Suraj Chopade" userId="S::suraj.chopade@bostoninstituteofanalytics.org::dcc44ee8-6a65-4538-a5e1-c87e14ca7a61" providerId="AD" clId="Web-{42A6E2D6-91D0-59DF-ED35-F9C2F00ACF86}" dt="2023-10-05T08:43:03.435" v="1026" actId="1076"/>
          <ac:picMkLst>
            <pc:docMk/>
            <pc:sldMk cId="543563370" sldId="355"/>
            <ac:picMk id="4" creationId="{B19FA76C-6B7F-37AF-B2E5-C51412A12D08}"/>
          </ac:picMkLst>
        </pc:picChg>
        <pc:picChg chg="del">
          <ac:chgData name="Suraj Chopade" userId="S::suraj.chopade@bostoninstituteofanalytics.org::dcc44ee8-6a65-4538-a5e1-c87e14ca7a61" providerId="AD" clId="Web-{42A6E2D6-91D0-59DF-ED35-F9C2F00ACF86}" dt="2023-10-05T08:41:19.573" v="1018"/>
          <ac:picMkLst>
            <pc:docMk/>
            <pc:sldMk cId="543563370" sldId="355"/>
            <ac:picMk id="5" creationId="{7E4F4B43-5A1D-64AD-BC9E-B0FDD18FA44A}"/>
          </ac:picMkLst>
        </pc:picChg>
        <pc:picChg chg="mod">
          <ac:chgData name="Suraj Chopade" userId="S::suraj.chopade@bostoninstituteofanalytics.org::dcc44ee8-6a65-4538-a5e1-c87e14ca7a61" providerId="AD" clId="Web-{42A6E2D6-91D0-59DF-ED35-F9C2F00ACF86}" dt="2023-10-05T08:40:58.541" v="1010" actId="1076"/>
          <ac:picMkLst>
            <pc:docMk/>
            <pc:sldMk cId="543563370" sldId="355"/>
            <ac:picMk id="6" creationId="{00000000-0000-0000-0000-000000000000}"/>
          </ac:picMkLst>
        </pc:picChg>
      </pc:sldChg>
      <pc:sldChg chg="addSp delSp modSp add replId">
        <pc:chgData name="Suraj Chopade" userId="S::suraj.chopade@bostoninstituteofanalytics.org::dcc44ee8-6a65-4538-a5e1-c87e14ca7a61" providerId="AD" clId="Web-{42A6E2D6-91D0-59DF-ED35-F9C2F00ACF86}" dt="2023-10-05T08:54:35.047" v="1288"/>
        <pc:sldMkLst>
          <pc:docMk/>
          <pc:sldMk cId="3509703634" sldId="356"/>
        </pc:sldMkLst>
        <pc:spChg chg="del mod">
          <ac:chgData name="Suraj Chopade" userId="S::suraj.chopade@bostoninstituteofanalytics.org::dcc44ee8-6a65-4538-a5e1-c87e14ca7a61" providerId="AD" clId="Web-{42A6E2D6-91D0-59DF-ED35-F9C2F00ACF86}" dt="2023-10-05T08:46:05.549" v="1043"/>
          <ac:spMkLst>
            <pc:docMk/>
            <pc:sldMk cId="3509703634" sldId="356"/>
            <ac:spMk id="2" creationId="{F7761F45-99CF-5094-8BAE-64DDA34139B5}"/>
          </ac:spMkLst>
        </pc:spChg>
        <pc:spChg chg="mod">
          <ac:chgData name="Suraj Chopade" userId="S::suraj.chopade@bostoninstituteofanalytics.org::dcc44ee8-6a65-4538-a5e1-c87e14ca7a61" providerId="AD" clId="Web-{42A6E2D6-91D0-59DF-ED35-F9C2F00ACF86}" dt="2023-10-05T08:45:30.923" v="1038" actId="20577"/>
          <ac:spMkLst>
            <pc:docMk/>
            <pc:sldMk cId="3509703634" sldId="356"/>
            <ac:spMk id="3" creationId="{39A0719D-FF26-C8B0-15D7-26754E0CE008}"/>
          </ac:spMkLst>
        </pc:spChg>
        <pc:spChg chg="add del mod">
          <ac:chgData name="Suraj Chopade" userId="S::suraj.chopade@bostoninstituteofanalytics.org::dcc44ee8-6a65-4538-a5e1-c87e14ca7a61" providerId="AD" clId="Web-{42A6E2D6-91D0-59DF-ED35-F9C2F00ACF86}" dt="2023-10-05T08:48:18.834" v="1069"/>
          <ac:spMkLst>
            <pc:docMk/>
            <pc:sldMk cId="3509703634" sldId="356"/>
            <ac:spMk id="7" creationId="{9E5539D1-E91F-3D94-4D27-13CE321AB02E}"/>
          </ac:spMkLst>
        </pc:spChg>
        <pc:graphicFrameChg chg="add mod modGraphic">
          <ac:chgData name="Suraj Chopade" userId="S::suraj.chopade@bostoninstituteofanalytics.org::dcc44ee8-6a65-4538-a5e1-c87e14ca7a61" providerId="AD" clId="Web-{42A6E2D6-91D0-59DF-ED35-F9C2F00ACF86}" dt="2023-10-05T08:54:35.047" v="1288"/>
          <ac:graphicFrameMkLst>
            <pc:docMk/>
            <pc:sldMk cId="3509703634" sldId="356"/>
            <ac:graphicFrameMk id="5" creationId="{6BB52B11-AD8D-72AA-A637-AAAA2EF361D0}"/>
          </ac:graphicFrameMkLst>
        </pc:graphicFrameChg>
        <pc:picChg chg="del">
          <ac:chgData name="Suraj Chopade" userId="S::suraj.chopade@bostoninstituteofanalytics.org::dcc44ee8-6a65-4538-a5e1-c87e14ca7a61" providerId="AD" clId="Web-{42A6E2D6-91D0-59DF-ED35-F9C2F00ACF86}" dt="2023-10-05T08:45:35.470" v="1039"/>
          <ac:picMkLst>
            <pc:docMk/>
            <pc:sldMk cId="3509703634" sldId="356"/>
            <ac:picMk id="4" creationId="{B19FA76C-6B7F-37AF-B2E5-C51412A12D08}"/>
          </ac:picMkLst>
        </pc:picChg>
      </pc:sldChg>
      <pc:sldChg chg="addSp modSp add replId">
        <pc:chgData name="Suraj Chopade" userId="S::suraj.chopade@bostoninstituteofanalytics.org::dcc44ee8-6a65-4538-a5e1-c87e14ca7a61" providerId="AD" clId="Web-{42A6E2D6-91D0-59DF-ED35-F9C2F00ACF86}" dt="2023-10-05T09:08:06.225" v="1391" actId="1076"/>
        <pc:sldMkLst>
          <pc:docMk/>
          <pc:sldMk cId="3979241048" sldId="357"/>
        </pc:sldMkLst>
        <pc:spChg chg="mod">
          <ac:chgData name="Suraj Chopade" userId="S::suraj.chopade@bostoninstituteofanalytics.org::dcc44ee8-6a65-4538-a5e1-c87e14ca7a61" providerId="AD" clId="Web-{42A6E2D6-91D0-59DF-ED35-F9C2F00ACF86}" dt="2023-10-05T09:08:06.225" v="1391" actId="1076"/>
          <ac:spMkLst>
            <pc:docMk/>
            <pc:sldMk cId="3979241048" sldId="357"/>
            <ac:spMk id="2" creationId="{F7761F45-99CF-5094-8BAE-64DDA34139B5}"/>
          </ac:spMkLst>
        </pc:spChg>
        <pc:spChg chg="mod">
          <ac:chgData name="Suraj Chopade" userId="S::suraj.chopade@bostoninstituteofanalytics.org::dcc44ee8-6a65-4538-a5e1-c87e14ca7a61" providerId="AD" clId="Web-{42A6E2D6-91D0-59DF-ED35-F9C2F00ACF86}" dt="2023-10-05T09:06:15.410" v="1354" actId="1076"/>
          <ac:spMkLst>
            <pc:docMk/>
            <pc:sldMk cId="3979241048" sldId="357"/>
            <ac:spMk id="3" creationId="{39A0719D-FF26-C8B0-15D7-26754E0CE008}"/>
          </ac:spMkLst>
        </pc:spChg>
        <pc:picChg chg="add mod">
          <ac:chgData name="Suraj Chopade" userId="S::suraj.chopade@bostoninstituteofanalytics.org::dcc44ee8-6a65-4538-a5e1-c87e14ca7a61" providerId="AD" clId="Web-{42A6E2D6-91D0-59DF-ED35-F9C2F00ACF86}" dt="2023-10-05T09:07:58.584" v="1390" actId="1076"/>
          <ac:picMkLst>
            <pc:docMk/>
            <pc:sldMk cId="3979241048" sldId="357"/>
            <ac:picMk id="4" creationId="{EFC4D815-8933-B295-F110-AAFD63235D8F}"/>
          </ac:picMkLst>
        </pc:picChg>
      </pc:sldChg>
      <pc:sldChg chg="delSp modSp add replId">
        <pc:chgData name="Suraj Chopade" userId="S::suraj.chopade@bostoninstituteofanalytics.org::dcc44ee8-6a65-4538-a5e1-c87e14ca7a61" providerId="AD" clId="Web-{42A6E2D6-91D0-59DF-ED35-F9C2F00ACF86}" dt="2023-10-05T09:12:13.716" v="1446" actId="20577"/>
        <pc:sldMkLst>
          <pc:docMk/>
          <pc:sldMk cId="1574886388" sldId="358"/>
        </pc:sldMkLst>
        <pc:spChg chg="mod">
          <ac:chgData name="Suraj Chopade" userId="S::suraj.chopade@bostoninstituteofanalytics.org::dcc44ee8-6a65-4538-a5e1-c87e14ca7a61" providerId="AD" clId="Web-{42A6E2D6-91D0-59DF-ED35-F9C2F00ACF86}" dt="2023-10-05T09:12:13.716" v="1446" actId="20577"/>
          <ac:spMkLst>
            <pc:docMk/>
            <pc:sldMk cId="1574886388" sldId="358"/>
            <ac:spMk id="2" creationId="{F7761F45-99CF-5094-8BAE-64DDA34139B5}"/>
          </ac:spMkLst>
        </pc:spChg>
        <pc:spChg chg="mod">
          <ac:chgData name="Suraj Chopade" userId="S::suraj.chopade@bostoninstituteofanalytics.org::dcc44ee8-6a65-4538-a5e1-c87e14ca7a61" providerId="AD" clId="Web-{42A6E2D6-91D0-59DF-ED35-F9C2F00ACF86}" dt="2023-10-05T09:09:28.634" v="1407" actId="20577"/>
          <ac:spMkLst>
            <pc:docMk/>
            <pc:sldMk cId="1574886388" sldId="358"/>
            <ac:spMk id="3" creationId="{39A0719D-FF26-C8B0-15D7-26754E0CE008}"/>
          </ac:spMkLst>
        </pc:spChg>
        <pc:picChg chg="del">
          <ac:chgData name="Suraj Chopade" userId="S::suraj.chopade@bostoninstituteofanalytics.org::dcc44ee8-6a65-4538-a5e1-c87e14ca7a61" providerId="AD" clId="Web-{42A6E2D6-91D0-59DF-ED35-F9C2F00ACF86}" dt="2023-10-05T09:08:21.569" v="1393"/>
          <ac:picMkLst>
            <pc:docMk/>
            <pc:sldMk cId="1574886388" sldId="358"/>
            <ac:picMk id="4" creationId="{EFC4D815-8933-B295-F110-AAFD63235D8F}"/>
          </ac:picMkLst>
        </pc:picChg>
      </pc:sldChg>
      <pc:sldChg chg="addSp modSp add replId">
        <pc:chgData name="Suraj Chopade" userId="S::suraj.chopade@bostoninstituteofanalytics.org::dcc44ee8-6a65-4538-a5e1-c87e14ca7a61" providerId="AD" clId="Web-{42A6E2D6-91D0-59DF-ED35-F9C2F00ACF86}" dt="2023-10-05T09:44:02.210" v="1506" actId="1076"/>
        <pc:sldMkLst>
          <pc:docMk/>
          <pc:sldMk cId="3275230534" sldId="359"/>
        </pc:sldMkLst>
        <pc:spChg chg="mod">
          <ac:chgData name="Suraj Chopade" userId="S::suraj.chopade@bostoninstituteofanalytics.org::dcc44ee8-6a65-4538-a5e1-c87e14ca7a61" providerId="AD" clId="Web-{42A6E2D6-91D0-59DF-ED35-F9C2F00ACF86}" dt="2023-10-05T09:14:00.094" v="1483" actId="20577"/>
          <ac:spMkLst>
            <pc:docMk/>
            <pc:sldMk cId="3275230534" sldId="359"/>
            <ac:spMk id="2" creationId="{F7761F45-99CF-5094-8BAE-64DDA34139B5}"/>
          </ac:spMkLst>
        </pc:spChg>
        <pc:spChg chg="mod">
          <ac:chgData name="Suraj Chopade" userId="S::suraj.chopade@bostoninstituteofanalytics.org::dcc44ee8-6a65-4538-a5e1-c87e14ca7a61" providerId="AD" clId="Web-{42A6E2D6-91D0-59DF-ED35-F9C2F00ACF86}" dt="2023-10-05T09:13:23.437" v="1469" actId="1076"/>
          <ac:spMkLst>
            <pc:docMk/>
            <pc:sldMk cId="3275230534" sldId="359"/>
            <ac:spMk id="3" creationId="{39A0719D-FF26-C8B0-15D7-26754E0CE008}"/>
          </ac:spMkLst>
        </pc:spChg>
        <pc:spChg chg="add mod">
          <ac:chgData name="Suraj Chopade" userId="S::suraj.chopade@bostoninstituteofanalytics.org::dcc44ee8-6a65-4538-a5e1-c87e14ca7a61" providerId="AD" clId="Web-{42A6E2D6-91D0-59DF-ED35-F9C2F00ACF86}" dt="2023-10-05T09:14:38.736" v="1501" actId="1076"/>
          <ac:spMkLst>
            <pc:docMk/>
            <pc:sldMk cId="3275230534" sldId="359"/>
            <ac:spMk id="4" creationId="{551DFAF4-BC8F-2B04-1FB7-4B2FC318AB97}"/>
          </ac:spMkLst>
        </pc:spChg>
        <pc:picChg chg="add mod">
          <ac:chgData name="Suraj Chopade" userId="S::suraj.chopade@bostoninstituteofanalytics.org::dcc44ee8-6a65-4538-a5e1-c87e14ca7a61" providerId="AD" clId="Web-{42A6E2D6-91D0-59DF-ED35-F9C2F00ACF86}" dt="2023-10-05T09:44:02.210" v="1506" actId="1076"/>
          <ac:picMkLst>
            <pc:docMk/>
            <pc:sldMk cId="3275230534" sldId="359"/>
            <ac:picMk id="5" creationId="{1EAE1B0A-7F9F-373C-3C38-DE2E111E7237}"/>
          </ac:picMkLst>
        </pc:picChg>
      </pc:sldChg>
      <pc:sldChg chg="addSp delSp modSp add mod ord replId setBg">
        <pc:chgData name="Suraj Chopade" userId="S::suraj.chopade@bostoninstituteofanalytics.org::dcc44ee8-6a65-4538-a5e1-c87e14ca7a61" providerId="AD" clId="Web-{42A6E2D6-91D0-59DF-ED35-F9C2F00ACF86}" dt="2023-10-05T09:48:58.595" v="1597"/>
        <pc:sldMkLst>
          <pc:docMk/>
          <pc:sldMk cId="3209345293" sldId="360"/>
        </pc:sldMkLst>
        <pc:spChg chg="ord">
          <ac:chgData name="Suraj Chopade" userId="S::suraj.chopade@bostoninstituteofanalytics.org::dcc44ee8-6a65-4538-a5e1-c87e14ca7a61" providerId="AD" clId="Web-{42A6E2D6-91D0-59DF-ED35-F9C2F00ACF86}" dt="2023-10-05T09:46:05.042" v="1540"/>
          <ac:spMkLst>
            <pc:docMk/>
            <pc:sldMk cId="3209345293" sldId="360"/>
            <ac:spMk id="2" creationId="{F7761F45-99CF-5094-8BAE-64DDA34139B5}"/>
          </ac:spMkLst>
        </pc:spChg>
        <pc:spChg chg="mod">
          <ac:chgData name="Suraj Chopade" userId="S::suraj.chopade@bostoninstituteofanalytics.org::dcc44ee8-6a65-4538-a5e1-c87e14ca7a61" providerId="AD" clId="Web-{42A6E2D6-91D0-59DF-ED35-F9C2F00ACF86}" dt="2023-10-05T09:46:05.042" v="1540"/>
          <ac:spMkLst>
            <pc:docMk/>
            <pc:sldMk cId="3209345293" sldId="360"/>
            <ac:spMk id="3" creationId="{39A0719D-FF26-C8B0-15D7-26754E0CE008}"/>
          </ac:spMkLst>
        </pc:spChg>
        <pc:spChg chg="mod">
          <ac:chgData name="Suraj Chopade" userId="S::suraj.chopade@bostoninstituteofanalytics.org::dcc44ee8-6a65-4538-a5e1-c87e14ca7a61" providerId="AD" clId="Web-{42A6E2D6-91D0-59DF-ED35-F9C2F00ACF86}" dt="2023-10-05T09:46:05.042" v="1540"/>
          <ac:spMkLst>
            <pc:docMk/>
            <pc:sldMk cId="3209345293" sldId="360"/>
            <ac:spMk id="4" creationId="{551DFAF4-BC8F-2B04-1FB7-4B2FC318AB97}"/>
          </ac:spMkLst>
        </pc:spChg>
        <pc:spChg chg="add del">
          <ac:chgData name="Suraj Chopade" userId="S::suraj.chopade@bostoninstituteofanalytics.org::dcc44ee8-6a65-4538-a5e1-c87e14ca7a61" providerId="AD" clId="Web-{42A6E2D6-91D0-59DF-ED35-F9C2F00ACF86}" dt="2023-10-05T09:46:05.042" v="1540"/>
          <ac:spMkLst>
            <pc:docMk/>
            <pc:sldMk cId="3209345293" sldId="360"/>
            <ac:spMk id="13" creationId="{8761DDFE-071F-4200-B0AA-394476C2D2D6}"/>
          </ac:spMkLst>
        </pc:spChg>
        <pc:picChg chg="del">
          <ac:chgData name="Suraj Chopade" userId="S::suraj.chopade@bostoninstituteofanalytics.org::dcc44ee8-6a65-4538-a5e1-c87e14ca7a61" providerId="AD" clId="Web-{42A6E2D6-91D0-59DF-ED35-F9C2F00ACF86}" dt="2023-10-05T09:44:37.758" v="1520"/>
          <ac:picMkLst>
            <pc:docMk/>
            <pc:sldMk cId="3209345293" sldId="360"/>
            <ac:picMk id="5" creationId="{1EAE1B0A-7F9F-373C-3C38-DE2E111E7237}"/>
          </ac:picMkLst>
        </pc:picChg>
        <pc:picChg chg="mod ord">
          <ac:chgData name="Suraj Chopade" userId="S::suraj.chopade@bostoninstituteofanalytics.org::dcc44ee8-6a65-4538-a5e1-c87e14ca7a61" providerId="AD" clId="Web-{42A6E2D6-91D0-59DF-ED35-F9C2F00ACF86}" dt="2023-10-05T09:46:05.042" v="1540"/>
          <ac:picMkLst>
            <pc:docMk/>
            <pc:sldMk cId="3209345293" sldId="360"/>
            <ac:picMk id="6" creationId="{00000000-0000-0000-0000-000000000000}"/>
          </ac:picMkLst>
        </pc:picChg>
        <pc:picChg chg="add mod">
          <ac:chgData name="Suraj Chopade" userId="S::suraj.chopade@bostoninstituteofanalytics.org::dcc44ee8-6a65-4538-a5e1-c87e14ca7a61" providerId="AD" clId="Web-{42A6E2D6-91D0-59DF-ED35-F9C2F00ACF86}" dt="2023-10-05T09:46:17.933" v="1544" actId="1076"/>
          <ac:picMkLst>
            <pc:docMk/>
            <pc:sldMk cId="3209345293" sldId="360"/>
            <ac:picMk id="7" creationId="{6D118B6B-082D-EACF-A288-08D74EC5D731}"/>
          </ac:picMkLst>
        </pc:picChg>
        <pc:picChg chg="ord">
          <ac:chgData name="Suraj Chopade" userId="S::suraj.chopade@bostoninstituteofanalytics.org::dcc44ee8-6a65-4538-a5e1-c87e14ca7a61" providerId="AD" clId="Web-{42A6E2D6-91D0-59DF-ED35-F9C2F00ACF86}" dt="2023-10-05T09:46:05.042" v="1540"/>
          <ac:picMkLst>
            <pc:docMk/>
            <pc:sldMk cId="3209345293" sldId="360"/>
            <ac:picMk id="8" creationId="{00000000-0000-0000-0000-000000000000}"/>
          </ac:picMkLst>
        </pc:picChg>
      </pc:sldChg>
      <pc:sldChg chg="addSp delSp modSp add replId">
        <pc:chgData name="Suraj Chopade" userId="S::suraj.chopade@bostoninstituteofanalytics.org::dcc44ee8-6a65-4538-a5e1-c87e14ca7a61" providerId="AD" clId="Web-{42A6E2D6-91D0-59DF-ED35-F9C2F00ACF86}" dt="2023-10-05T09:48:37.375" v="1595" actId="1076"/>
        <pc:sldMkLst>
          <pc:docMk/>
          <pc:sldMk cId="3052401839" sldId="361"/>
        </pc:sldMkLst>
        <pc:spChg chg="mod">
          <ac:chgData name="Suraj Chopade" userId="S::suraj.chopade@bostoninstituteofanalytics.org::dcc44ee8-6a65-4538-a5e1-c87e14ca7a61" providerId="AD" clId="Web-{42A6E2D6-91D0-59DF-ED35-F9C2F00ACF86}" dt="2023-10-05T09:47:49.593" v="1590" actId="20577"/>
          <ac:spMkLst>
            <pc:docMk/>
            <pc:sldMk cId="3052401839" sldId="361"/>
            <ac:spMk id="4" creationId="{551DFAF4-BC8F-2B04-1FB7-4B2FC318AB97}"/>
          </ac:spMkLst>
        </pc:spChg>
        <pc:picChg chg="add mod">
          <ac:chgData name="Suraj Chopade" userId="S::suraj.chopade@bostoninstituteofanalytics.org::dcc44ee8-6a65-4538-a5e1-c87e14ca7a61" providerId="AD" clId="Web-{42A6E2D6-91D0-59DF-ED35-F9C2F00ACF86}" dt="2023-10-05T09:48:37.375" v="1595" actId="1076"/>
          <ac:picMkLst>
            <pc:docMk/>
            <pc:sldMk cId="3052401839" sldId="361"/>
            <ac:picMk id="5" creationId="{16B7DB54-D2DD-FB41-6E6B-12077935D93C}"/>
          </ac:picMkLst>
        </pc:picChg>
        <pc:picChg chg="mod">
          <ac:chgData name="Suraj Chopade" userId="S::suraj.chopade@bostoninstituteofanalytics.org::dcc44ee8-6a65-4538-a5e1-c87e14ca7a61" providerId="AD" clId="Web-{42A6E2D6-91D0-59DF-ED35-F9C2F00ACF86}" dt="2023-10-05T09:46:50.325" v="1554" actId="1076"/>
          <ac:picMkLst>
            <pc:docMk/>
            <pc:sldMk cId="3052401839" sldId="361"/>
            <ac:picMk id="6" creationId="{00000000-0000-0000-0000-000000000000}"/>
          </ac:picMkLst>
        </pc:picChg>
        <pc:picChg chg="del">
          <ac:chgData name="Suraj Chopade" userId="S::suraj.chopade@bostoninstituteofanalytics.org::dcc44ee8-6a65-4538-a5e1-c87e14ca7a61" providerId="AD" clId="Web-{42A6E2D6-91D0-59DF-ED35-F9C2F00ACF86}" dt="2023-10-05T09:47:50.671" v="1591"/>
          <ac:picMkLst>
            <pc:docMk/>
            <pc:sldMk cId="3052401839" sldId="361"/>
            <ac:picMk id="7" creationId="{6D118B6B-082D-EACF-A288-08D74EC5D731}"/>
          </ac:picMkLst>
        </pc:picChg>
      </pc:sldChg>
      <pc:sldChg chg="delSp modSp add replId">
        <pc:chgData name="Suraj Chopade" userId="S::suraj.chopade@bostoninstituteofanalytics.org::dcc44ee8-6a65-4538-a5e1-c87e14ca7a61" providerId="AD" clId="Web-{42A6E2D6-91D0-59DF-ED35-F9C2F00ACF86}" dt="2023-10-05T09:55:15.310" v="1645" actId="1076"/>
        <pc:sldMkLst>
          <pc:docMk/>
          <pc:sldMk cId="1604005518" sldId="362"/>
        </pc:sldMkLst>
        <pc:spChg chg="mod">
          <ac:chgData name="Suraj Chopade" userId="S::suraj.chopade@bostoninstituteofanalytics.org::dcc44ee8-6a65-4538-a5e1-c87e14ca7a61" providerId="AD" clId="Web-{42A6E2D6-91D0-59DF-ED35-F9C2F00ACF86}" dt="2023-10-05T09:53:54.167" v="1619" actId="1076"/>
          <ac:spMkLst>
            <pc:docMk/>
            <pc:sldMk cId="1604005518" sldId="362"/>
            <ac:spMk id="3" creationId="{39A0719D-FF26-C8B0-15D7-26754E0CE008}"/>
          </ac:spMkLst>
        </pc:spChg>
        <pc:spChg chg="mod">
          <ac:chgData name="Suraj Chopade" userId="S::suraj.chopade@bostoninstituteofanalytics.org::dcc44ee8-6a65-4538-a5e1-c87e14ca7a61" providerId="AD" clId="Web-{42A6E2D6-91D0-59DF-ED35-F9C2F00ACF86}" dt="2023-10-05T09:55:15.310" v="1645" actId="1076"/>
          <ac:spMkLst>
            <pc:docMk/>
            <pc:sldMk cId="1604005518" sldId="362"/>
            <ac:spMk id="4" creationId="{551DFAF4-BC8F-2B04-1FB7-4B2FC318AB97}"/>
          </ac:spMkLst>
        </pc:spChg>
        <pc:picChg chg="del">
          <ac:chgData name="Suraj Chopade" userId="S::suraj.chopade@bostoninstituteofanalytics.org::dcc44ee8-6a65-4538-a5e1-c87e14ca7a61" providerId="AD" clId="Web-{42A6E2D6-91D0-59DF-ED35-F9C2F00ACF86}" dt="2023-10-05T09:53:57.682" v="1620"/>
          <ac:picMkLst>
            <pc:docMk/>
            <pc:sldMk cId="1604005518" sldId="362"/>
            <ac:picMk id="5" creationId="{16B7DB54-D2DD-FB41-6E6B-12077935D93C}"/>
          </ac:picMkLst>
        </pc:picChg>
      </pc:sldChg>
      <pc:sldChg chg="addSp modSp add replId">
        <pc:chgData name="Suraj Chopade" userId="S::suraj.chopade@bostoninstituteofanalytics.org::dcc44ee8-6a65-4538-a5e1-c87e14ca7a61" providerId="AD" clId="Web-{42A6E2D6-91D0-59DF-ED35-F9C2F00ACF86}" dt="2023-10-05T09:57:40.924" v="1670" actId="1076"/>
        <pc:sldMkLst>
          <pc:docMk/>
          <pc:sldMk cId="246319354" sldId="363"/>
        </pc:sldMkLst>
        <pc:spChg chg="mod">
          <ac:chgData name="Suraj Chopade" userId="S::suraj.chopade@bostoninstituteofanalytics.org::dcc44ee8-6a65-4538-a5e1-c87e14ca7a61" providerId="AD" clId="Web-{42A6E2D6-91D0-59DF-ED35-F9C2F00ACF86}" dt="2023-10-05T09:57:40.924" v="1670" actId="1076"/>
          <ac:spMkLst>
            <pc:docMk/>
            <pc:sldMk cId="246319354" sldId="363"/>
            <ac:spMk id="3" creationId="{39A0719D-FF26-C8B0-15D7-26754E0CE008}"/>
          </ac:spMkLst>
        </pc:spChg>
        <pc:spChg chg="mod">
          <ac:chgData name="Suraj Chopade" userId="S::suraj.chopade@bostoninstituteofanalytics.org::dcc44ee8-6a65-4538-a5e1-c87e14ca7a61" providerId="AD" clId="Web-{42A6E2D6-91D0-59DF-ED35-F9C2F00ACF86}" dt="2023-10-05T09:57:37.548" v="1669" actId="1076"/>
          <ac:spMkLst>
            <pc:docMk/>
            <pc:sldMk cId="246319354" sldId="363"/>
            <ac:spMk id="4" creationId="{551DFAF4-BC8F-2B04-1FB7-4B2FC318AB97}"/>
          </ac:spMkLst>
        </pc:spChg>
        <pc:picChg chg="add mod">
          <ac:chgData name="Suraj Chopade" userId="S::suraj.chopade@bostoninstituteofanalytics.org::dcc44ee8-6a65-4538-a5e1-c87e14ca7a61" providerId="AD" clId="Web-{42A6E2D6-91D0-59DF-ED35-F9C2F00ACF86}" dt="2023-10-05T09:57:09.391" v="1665" actId="1076"/>
          <ac:picMkLst>
            <pc:docMk/>
            <pc:sldMk cId="246319354" sldId="363"/>
            <ac:picMk id="5" creationId="{875FA1FC-DB61-268A-FF68-431555EBA891}"/>
          </ac:picMkLst>
        </pc:picChg>
      </pc:sldChg>
      <pc:sldChg chg="addSp delSp modSp add replId">
        <pc:chgData name="Suraj Chopade" userId="S::suraj.chopade@bostoninstituteofanalytics.org::dcc44ee8-6a65-4538-a5e1-c87e14ca7a61" providerId="AD" clId="Web-{42A6E2D6-91D0-59DF-ED35-F9C2F00ACF86}" dt="2023-10-05T10:03:18.387" v="1740" actId="14100"/>
        <pc:sldMkLst>
          <pc:docMk/>
          <pc:sldMk cId="39136322" sldId="364"/>
        </pc:sldMkLst>
        <pc:spChg chg="mod">
          <ac:chgData name="Suraj Chopade" userId="S::suraj.chopade@bostoninstituteofanalytics.org::dcc44ee8-6a65-4538-a5e1-c87e14ca7a61" providerId="AD" clId="Web-{42A6E2D6-91D0-59DF-ED35-F9C2F00ACF86}" dt="2023-10-05T10:03:18.387" v="1740" actId="14100"/>
          <ac:spMkLst>
            <pc:docMk/>
            <pc:sldMk cId="39136322" sldId="364"/>
            <ac:spMk id="4" creationId="{551DFAF4-BC8F-2B04-1FB7-4B2FC318AB97}"/>
          </ac:spMkLst>
        </pc:spChg>
        <pc:picChg chg="del">
          <ac:chgData name="Suraj Chopade" userId="S::suraj.chopade@bostoninstituteofanalytics.org::dcc44ee8-6a65-4538-a5e1-c87e14ca7a61" providerId="AD" clId="Web-{42A6E2D6-91D0-59DF-ED35-F9C2F00ACF86}" dt="2023-10-05T09:58:19.815" v="1672"/>
          <ac:picMkLst>
            <pc:docMk/>
            <pc:sldMk cId="39136322" sldId="364"/>
            <ac:picMk id="5" creationId="{875FA1FC-DB61-268A-FF68-431555EBA891}"/>
          </ac:picMkLst>
        </pc:picChg>
        <pc:picChg chg="mod">
          <ac:chgData name="Suraj Chopade" userId="S::suraj.chopade@bostoninstituteofanalytics.org::dcc44ee8-6a65-4538-a5e1-c87e14ca7a61" providerId="AD" clId="Web-{42A6E2D6-91D0-59DF-ED35-F9C2F00ACF86}" dt="2023-10-05T10:02:54.465" v="1735" actId="1076"/>
          <ac:picMkLst>
            <pc:docMk/>
            <pc:sldMk cId="39136322" sldId="364"/>
            <ac:picMk id="6" creationId="{00000000-0000-0000-0000-000000000000}"/>
          </ac:picMkLst>
        </pc:picChg>
        <pc:picChg chg="add mod">
          <ac:chgData name="Suraj Chopade" userId="S::suraj.chopade@bostoninstituteofanalytics.org::dcc44ee8-6a65-4538-a5e1-c87e14ca7a61" providerId="AD" clId="Web-{42A6E2D6-91D0-59DF-ED35-F9C2F00ACF86}" dt="2023-10-05T10:03:10.403" v="1739" actId="14100"/>
          <ac:picMkLst>
            <pc:docMk/>
            <pc:sldMk cId="39136322" sldId="364"/>
            <ac:picMk id="7" creationId="{F42C1DAF-2741-9A58-8C85-EA14B00122C4}"/>
          </ac:picMkLst>
        </pc:picChg>
      </pc:sldChg>
      <pc:sldChg chg="modSp add ord replId">
        <pc:chgData name="Suraj Chopade" userId="S::suraj.chopade@bostoninstituteofanalytics.org::dcc44ee8-6a65-4538-a5e1-c87e14ca7a61" providerId="AD" clId="Web-{42A6E2D6-91D0-59DF-ED35-F9C2F00ACF86}" dt="2023-10-05T09:59:53.490" v="1709" actId="20577"/>
        <pc:sldMkLst>
          <pc:docMk/>
          <pc:sldMk cId="189908799" sldId="365"/>
        </pc:sldMkLst>
        <pc:spChg chg="mod">
          <ac:chgData name="Suraj Chopade" userId="S::suraj.chopade@bostoninstituteofanalytics.org::dcc44ee8-6a65-4538-a5e1-c87e14ca7a61" providerId="AD" clId="Web-{42A6E2D6-91D0-59DF-ED35-F9C2F00ACF86}" dt="2023-10-05T09:59:53.490" v="1709" actId="20577"/>
          <ac:spMkLst>
            <pc:docMk/>
            <pc:sldMk cId="189908799" sldId="365"/>
            <ac:spMk id="4" creationId="{551DFAF4-BC8F-2B04-1FB7-4B2FC318AB97}"/>
          </ac:spMkLst>
        </pc:spChg>
      </pc:sldChg>
      <pc:sldChg chg="add del replId">
        <pc:chgData name="Suraj Chopade" userId="S::suraj.chopade@bostoninstituteofanalytics.org::dcc44ee8-6a65-4538-a5e1-c87e14ca7a61" providerId="AD" clId="Web-{42A6E2D6-91D0-59DF-ED35-F9C2F00ACF86}" dt="2023-10-05T10:24:48.730" v="1744"/>
        <pc:sldMkLst>
          <pc:docMk/>
          <pc:sldMk cId="2930423653" sldId="366"/>
        </pc:sldMkLst>
      </pc:sldChg>
    </pc:docChg>
  </pc:docChgLst>
  <pc:docChgLst>
    <pc:chgData name="Suraj Chopade" userId="S::suraj.chopade@bostoninstituteofanalytics.org::dcc44ee8-6a65-4538-a5e1-c87e14ca7a61" providerId="AD" clId="Web-{183C3BE0-E3C8-987C-A642-23010C07C348}"/>
    <pc:docChg chg="addSld delSld modSld">
      <pc:chgData name="Suraj Chopade" userId="S::suraj.chopade@bostoninstituteofanalytics.org::dcc44ee8-6a65-4538-a5e1-c87e14ca7a61" providerId="AD" clId="Web-{183C3BE0-E3C8-987C-A642-23010C07C348}" dt="2024-04-26T07:22:02.243" v="5"/>
      <pc:docMkLst>
        <pc:docMk/>
      </pc:docMkLst>
      <pc:sldChg chg="modSp add del">
        <pc:chgData name="Suraj Chopade" userId="S::suraj.chopade@bostoninstituteofanalytics.org::dcc44ee8-6a65-4538-a5e1-c87e14ca7a61" providerId="AD" clId="Web-{183C3BE0-E3C8-987C-A642-23010C07C348}" dt="2024-04-26T07:11:43.319" v="4" actId="20577"/>
        <pc:sldMkLst>
          <pc:docMk/>
          <pc:sldMk cId="1024334718" sldId="256"/>
        </pc:sldMkLst>
        <pc:spChg chg="mod">
          <ac:chgData name="Suraj Chopade" userId="S::suraj.chopade@bostoninstituteofanalytics.org::dcc44ee8-6a65-4538-a5e1-c87e14ca7a61" providerId="AD" clId="Web-{183C3BE0-E3C8-987C-A642-23010C07C348}" dt="2024-04-26T07:11:43.319" v="4" actId="20577"/>
          <ac:spMkLst>
            <pc:docMk/>
            <pc:sldMk cId="1024334718" sldId="256"/>
            <ac:spMk id="2" creationId="{1A225F15-9B21-01FF-BD6D-D04F30F7A091}"/>
          </ac:spMkLst>
        </pc:spChg>
      </pc:sldChg>
      <pc:sldChg chg="del">
        <pc:chgData name="Suraj Chopade" userId="S::suraj.chopade@bostoninstituteofanalytics.org::dcc44ee8-6a65-4538-a5e1-c87e14ca7a61" providerId="AD" clId="Web-{183C3BE0-E3C8-987C-A642-23010C07C348}" dt="2024-04-26T07:11:30.335" v="2"/>
        <pc:sldMkLst>
          <pc:docMk/>
          <pc:sldMk cId="0" sldId="257"/>
        </pc:sldMkLst>
      </pc:sldChg>
      <pc:sldChg chg="del">
        <pc:chgData name="Suraj Chopade" userId="S::suraj.chopade@bostoninstituteofanalytics.org::dcc44ee8-6a65-4538-a5e1-c87e14ca7a61" providerId="AD" clId="Web-{183C3BE0-E3C8-987C-A642-23010C07C348}" dt="2024-04-26T07:22:02.243" v="5"/>
        <pc:sldMkLst>
          <pc:docMk/>
          <pc:sldMk cId="3025139516" sldId="486"/>
        </pc:sldMkLst>
      </pc:sldChg>
      <pc:sldMasterChg chg="addSldLayout">
        <pc:chgData name="Suraj Chopade" userId="S::suraj.chopade@bostoninstituteofanalytics.org::dcc44ee8-6a65-4538-a5e1-c87e14ca7a61" providerId="AD" clId="Web-{183C3BE0-E3C8-987C-A642-23010C07C348}" dt="2024-04-26T07:11:21.023" v="0"/>
        <pc:sldMasterMkLst>
          <pc:docMk/>
          <pc:sldMasterMk cId="0" sldId="2147483648"/>
        </pc:sldMasterMkLst>
        <pc:sldLayoutChg chg="add">
          <pc:chgData name="Suraj Chopade" userId="S::suraj.chopade@bostoninstituteofanalytics.org::dcc44ee8-6a65-4538-a5e1-c87e14ca7a61" providerId="AD" clId="Web-{183C3BE0-E3C8-987C-A642-23010C07C348}" dt="2024-04-26T07:11:21.023" v="0"/>
          <pc:sldLayoutMkLst>
            <pc:docMk/>
            <pc:sldMasterMk cId="0" sldId="2147483648"/>
            <pc:sldLayoutMk cId="3046825319" sldId="2147483660"/>
          </pc:sldLayoutMkLst>
        </pc:sldLayoutChg>
      </pc:sldMasterChg>
    </pc:docChg>
  </pc:docChgLst>
  <pc:docChgLst>
    <pc:chgData name="Suraj Chopade" userId="S::suraj.chopade@bostoninstituteofanalytics.org::dcc44ee8-6a65-4538-a5e1-c87e14ca7a61" providerId="AD" clId="Web-{79E99A0B-E89E-FE9B-ACD5-3761BDB18D36}"/>
    <pc:docChg chg="addSld delSld modSld sldOrd">
      <pc:chgData name="Suraj Chopade" userId="S::suraj.chopade@bostoninstituteofanalytics.org::dcc44ee8-6a65-4538-a5e1-c87e14ca7a61" providerId="AD" clId="Web-{79E99A0B-E89E-FE9B-ACD5-3761BDB18D36}" dt="2023-10-06T09:30:34.181" v="1868" actId="20577"/>
      <pc:docMkLst>
        <pc:docMk/>
      </pc:docMkLst>
      <pc:sldChg chg="modSp">
        <pc:chgData name="Suraj Chopade" userId="S::suraj.chopade@bostoninstituteofanalytics.org::dcc44ee8-6a65-4538-a5e1-c87e14ca7a61" providerId="AD" clId="Web-{79E99A0B-E89E-FE9B-ACD5-3761BDB18D36}" dt="2023-10-06T07:51:11.782" v="1288" actId="20577"/>
        <pc:sldMkLst>
          <pc:docMk/>
          <pc:sldMk cId="2503897231" sldId="283"/>
        </pc:sldMkLst>
        <pc:spChg chg="mod">
          <ac:chgData name="Suraj Chopade" userId="S::suraj.chopade@bostoninstituteofanalytics.org::dcc44ee8-6a65-4538-a5e1-c87e14ca7a61" providerId="AD" clId="Web-{79E99A0B-E89E-FE9B-ACD5-3761BDB18D36}" dt="2023-10-06T07:51:11.782" v="1288" actId="20577"/>
          <ac:spMkLst>
            <pc:docMk/>
            <pc:sldMk cId="2503897231" sldId="283"/>
            <ac:spMk id="5" creationId="{F1E094BE-D838-D72B-D901-D29AF46966E7}"/>
          </ac:spMkLst>
        </pc:spChg>
      </pc:sldChg>
      <pc:sldChg chg="modSp">
        <pc:chgData name="Suraj Chopade" userId="S::suraj.chopade@bostoninstituteofanalytics.org::dcc44ee8-6a65-4538-a5e1-c87e14ca7a61" providerId="AD" clId="Web-{79E99A0B-E89E-FE9B-ACD5-3761BDB18D36}" dt="2023-10-06T05:39:46.033" v="29" actId="20577"/>
        <pc:sldMkLst>
          <pc:docMk/>
          <pc:sldMk cId="4235558439" sldId="287"/>
        </pc:sldMkLst>
        <pc:spChg chg="mod">
          <ac:chgData name="Suraj Chopade" userId="S::suraj.chopade@bostoninstituteofanalytics.org::dcc44ee8-6a65-4538-a5e1-c87e14ca7a61" providerId="AD" clId="Web-{79E99A0B-E89E-FE9B-ACD5-3761BDB18D36}" dt="2023-10-06T05:39:40.798" v="28" actId="1076"/>
          <ac:spMkLst>
            <pc:docMk/>
            <pc:sldMk cId="4235558439" sldId="287"/>
            <ac:spMk id="3" creationId="{5FAF0B8B-2FA0-7D88-B529-85CF2FDB866C}"/>
          </ac:spMkLst>
        </pc:spChg>
        <pc:spChg chg="mod">
          <ac:chgData name="Suraj Chopade" userId="S::suraj.chopade@bostoninstituteofanalytics.org::dcc44ee8-6a65-4538-a5e1-c87e14ca7a61" providerId="AD" clId="Web-{79E99A0B-E89E-FE9B-ACD5-3761BDB18D36}" dt="2023-10-06T05:39:46.033" v="29" actId="20577"/>
          <ac:spMkLst>
            <pc:docMk/>
            <pc:sldMk cId="4235558439" sldId="287"/>
            <ac:spMk id="9" creationId="{2FDADD92-4E39-7713-520E-D88B1D53A255}"/>
          </ac:spMkLst>
        </pc:spChg>
        <pc:picChg chg="mod">
          <ac:chgData name="Suraj Chopade" userId="S::suraj.chopade@bostoninstituteofanalytics.org::dcc44ee8-6a65-4538-a5e1-c87e14ca7a61" providerId="AD" clId="Web-{79E99A0B-E89E-FE9B-ACD5-3761BDB18D36}" dt="2023-10-06T05:39:30.533" v="25" actId="1076"/>
          <ac:picMkLst>
            <pc:docMk/>
            <pc:sldMk cId="4235558439" sldId="287"/>
            <ac:picMk id="6" creationId="{00000000-0000-0000-0000-000000000000}"/>
          </ac:picMkLst>
        </pc:picChg>
      </pc:sldChg>
      <pc:sldChg chg="addSp delSp modSp">
        <pc:chgData name="Suraj Chopade" userId="S::suraj.chopade@bostoninstituteofanalytics.org::dcc44ee8-6a65-4538-a5e1-c87e14ca7a61" providerId="AD" clId="Web-{79E99A0B-E89E-FE9B-ACD5-3761BDB18D36}" dt="2023-10-06T05:49:17.102" v="103" actId="1076"/>
        <pc:sldMkLst>
          <pc:docMk/>
          <pc:sldMk cId="1726830" sldId="314"/>
        </pc:sldMkLst>
        <pc:spChg chg="mod">
          <ac:chgData name="Suraj Chopade" userId="S::suraj.chopade@bostoninstituteofanalytics.org::dcc44ee8-6a65-4538-a5e1-c87e14ca7a61" providerId="AD" clId="Web-{79E99A0B-E89E-FE9B-ACD5-3761BDB18D36}" dt="2023-10-06T05:49:08.430" v="100" actId="1076"/>
          <ac:spMkLst>
            <pc:docMk/>
            <pc:sldMk cId="1726830" sldId="314"/>
            <ac:spMk id="2" creationId="{F7761F45-99CF-5094-8BAE-64DDA34139B5}"/>
          </ac:spMkLst>
        </pc:spChg>
        <pc:spChg chg="del mod">
          <ac:chgData name="Suraj Chopade" userId="S::suraj.chopade@bostoninstituteofanalytics.org::dcc44ee8-6a65-4538-a5e1-c87e14ca7a61" providerId="AD" clId="Web-{79E99A0B-E89E-FE9B-ACD5-3761BDB18D36}" dt="2023-10-06T05:41:36.331" v="46"/>
          <ac:spMkLst>
            <pc:docMk/>
            <pc:sldMk cId="1726830" sldId="314"/>
            <ac:spMk id="3" creationId="{1065F7F5-0662-8B7F-C981-331BAFCF0D3C}"/>
          </ac:spMkLst>
        </pc:spChg>
        <pc:spChg chg="mod">
          <ac:chgData name="Suraj Chopade" userId="S::suraj.chopade@bostoninstituteofanalytics.org::dcc44ee8-6a65-4538-a5e1-c87e14ca7a61" providerId="AD" clId="Web-{79E99A0B-E89E-FE9B-ACD5-3761BDB18D36}" dt="2023-10-06T05:41:30.909" v="44" actId="1076"/>
          <ac:spMkLst>
            <pc:docMk/>
            <pc:sldMk cId="1726830" sldId="314"/>
            <ac:spMk id="9" creationId="{2FDADD92-4E39-7713-520E-D88B1D53A255}"/>
          </ac:spMkLst>
        </pc:spChg>
        <pc:picChg chg="add mod">
          <ac:chgData name="Suraj Chopade" userId="S::suraj.chopade@bostoninstituteofanalytics.org::dcc44ee8-6a65-4538-a5e1-c87e14ca7a61" providerId="AD" clId="Web-{79E99A0B-E89E-FE9B-ACD5-3761BDB18D36}" dt="2023-10-06T05:49:17.102" v="103" actId="1076"/>
          <ac:picMkLst>
            <pc:docMk/>
            <pc:sldMk cId="1726830" sldId="314"/>
            <ac:picMk id="4" creationId="{5EA61A63-65C1-FED2-3A4B-00628A98ACD7}"/>
          </ac:picMkLst>
        </pc:picChg>
        <pc:picChg chg="del">
          <ac:chgData name="Suraj Chopade" userId="S::suraj.chopade@bostoninstituteofanalytics.org::dcc44ee8-6a65-4538-a5e1-c87e14ca7a61" providerId="AD" clId="Web-{79E99A0B-E89E-FE9B-ACD5-3761BDB18D36}" dt="2023-10-06T05:48:36.227" v="97"/>
          <ac:picMkLst>
            <pc:docMk/>
            <pc:sldMk cId="1726830" sldId="314"/>
            <ac:picMk id="8" creationId="{00000000-0000-0000-0000-000000000000}"/>
          </ac:picMkLst>
        </pc:picChg>
      </pc:sldChg>
      <pc:sldChg chg="modSp">
        <pc:chgData name="Suraj Chopade" userId="S::suraj.chopade@bostoninstituteofanalytics.org::dcc44ee8-6a65-4538-a5e1-c87e14ca7a61" providerId="AD" clId="Web-{79E99A0B-E89E-FE9B-ACD5-3761BDB18D36}" dt="2023-10-06T07:51:07.126" v="1287" actId="20577"/>
        <pc:sldMkLst>
          <pc:docMk/>
          <pc:sldMk cId="4059647043" sldId="408"/>
        </pc:sldMkLst>
        <pc:spChg chg="mod">
          <ac:chgData name="Suraj Chopade" userId="S::suraj.chopade@bostoninstituteofanalytics.org::dcc44ee8-6a65-4538-a5e1-c87e14ca7a61" providerId="AD" clId="Web-{79E99A0B-E89E-FE9B-ACD5-3761BDB18D36}" dt="2023-10-06T07:51:07.126" v="1287" actId="20577"/>
          <ac:spMkLst>
            <pc:docMk/>
            <pc:sldMk cId="4059647043" sldId="408"/>
            <ac:spMk id="5" creationId="{F1E094BE-D838-D72B-D901-D29AF46966E7}"/>
          </ac:spMkLst>
        </pc:spChg>
      </pc:sldChg>
      <pc:sldChg chg="modSp">
        <pc:chgData name="Suraj Chopade" userId="S::suraj.chopade@bostoninstituteofanalytics.org::dcc44ee8-6a65-4538-a5e1-c87e14ca7a61" providerId="AD" clId="Web-{79E99A0B-E89E-FE9B-ACD5-3761BDB18D36}" dt="2023-10-06T05:37:59.032" v="1"/>
        <pc:sldMkLst>
          <pc:docMk/>
          <pc:sldMk cId="876099985" sldId="409"/>
        </pc:sldMkLst>
        <pc:graphicFrameChg chg="mod modGraphic">
          <ac:chgData name="Suraj Chopade" userId="S::suraj.chopade@bostoninstituteofanalytics.org::dcc44ee8-6a65-4538-a5e1-c87e14ca7a61" providerId="AD" clId="Web-{79E99A0B-E89E-FE9B-ACD5-3761BDB18D36}" dt="2023-10-06T05:37:59.032" v="1"/>
          <ac:graphicFrameMkLst>
            <pc:docMk/>
            <pc:sldMk cId="876099985" sldId="409"/>
            <ac:graphicFrameMk id="7" creationId="{FBF120AC-CEA3-E6FB-1F60-5853288C1B5C}"/>
          </ac:graphicFrameMkLst>
        </pc:graphicFrameChg>
      </pc:sldChg>
      <pc:sldChg chg="addSp delSp modSp add del replId">
        <pc:chgData name="Suraj Chopade" userId="S::suraj.chopade@bostoninstituteofanalytics.org::dcc44ee8-6a65-4538-a5e1-c87e14ca7a61" providerId="AD" clId="Web-{79E99A0B-E89E-FE9B-ACD5-3761BDB18D36}" dt="2023-10-06T05:58:28.515" v="179"/>
        <pc:sldMkLst>
          <pc:docMk/>
          <pc:sldMk cId="3606357210" sldId="411"/>
        </pc:sldMkLst>
        <pc:spChg chg="mod">
          <ac:chgData name="Suraj Chopade" userId="S::suraj.chopade@bostoninstituteofanalytics.org::dcc44ee8-6a65-4538-a5e1-c87e14ca7a61" providerId="AD" clId="Web-{79E99A0B-E89E-FE9B-ACD5-3761BDB18D36}" dt="2023-10-06T05:53:39.746" v="151" actId="20577"/>
          <ac:spMkLst>
            <pc:docMk/>
            <pc:sldMk cId="3606357210" sldId="411"/>
            <ac:spMk id="2" creationId="{F7761F45-99CF-5094-8BAE-64DDA34139B5}"/>
          </ac:spMkLst>
        </pc:spChg>
        <pc:spChg chg="add mod">
          <ac:chgData name="Suraj Chopade" userId="S::suraj.chopade@bostoninstituteofanalytics.org::dcc44ee8-6a65-4538-a5e1-c87e14ca7a61" providerId="AD" clId="Web-{79E99A0B-E89E-FE9B-ACD5-3761BDB18D36}" dt="2023-10-06T05:53:04.511" v="144" actId="20577"/>
          <ac:spMkLst>
            <pc:docMk/>
            <pc:sldMk cId="3606357210" sldId="411"/>
            <ac:spMk id="3" creationId="{7BBA8A75-F3CC-D908-D2B3-842720557A9A}"/>
          </ac:spMkLst>
        </pc:spChg>
        <pc:spChg chg="mod">
          <ac:chgData name="Suraj Chopade" userId="S::suraj.chopade@bostoninstituteofanalytics.org::dcc44ee8-6a65-4538-a5e1-c87e14ca7a61" providerId="AD" clId="Web-{79E99A0B-E89E-FE9B-ACD5-3761BDB18D36}" dt="2023-10-06T05:51:23.260" v="121" actId="1076"/>
          <ac:spMkLst>
            <pc:docMk/>
            <pc:sldMk cId="3606357210" sldId="411"/>
            <ac:spMk id="9" creationId="{2FDADD92-4E39-7713-520E-D88B1D53A255}"/>
          </ac:spMkLst>
        </pc:spChg>
        <pc:picChg chg="del">
          <ac:chgData name="Suraj Chopade" userId="S::suraj.chopade@bostoninstituteofanalytics.org::dcc44ee8-6a65-4538-a5e1-c87e14ca7a61" providerId="AD" clId="Web-{79E99A0B-E89E-FE9B-ACD5-3761BDB18D36}" dt="2023-10-06T05:50:37.384" v="105"/>
          <ac:picMkLst>
            <pc:docMk/>
            <pc:sldMk cId="3606357210" sldId="411"/>
            <ac:picMk id="4" creationId="{5EA61A63-65C1-FED2-3A4B-00628A98ACD7}"/>
          </ac:picMkLst>
        </pc:picChg>
      </pc:sldChg>
      <pc:sldChg chg="addSp delSp modSp add replId">
        <pc:chgData name="Suraj Chopade" userId="S::suraj.chopade@bostoninstituteofanalytics.org::dcc44ee8-6a65-4538-a5e1-c87e14ca7a61" providerId="AD" clId="Web-{79E99A0B-E89E-FE9B-ACD5-3761BDB18D36}" dt="2023-10-06T05:58:01.468" v="176" actId="1076"/>
        <pc:sldMkLst>
          <pc:docMk/>
          <pc:sldMk cId="1716880795" sldId="412"/>
        </pc:sldMkLst>
        <pc:spChg chg="del">
          <ac:chgData name="Suraj Chopade" userId="S::suraj.chopade@bostoninstituteofanalytics.org::dcc44ee8-6a65-4538-a5e1-c87e14ca7a61" providerId="AD" clId="Web-{79E99A0B-E89E-FE9B-ACD5-3761BDB18D36}" dt="2023-10-06T05:54:51.294" v="153"/>
          <ac:spMkLst>
            <pc:docMk/>
            <pc:sldMk cId="1716880795" sldId="412"/>
            <ac:spMk id="2" creationId="{F7761F45-99CF-5094-8BAE-64DDA34139B5}"/>
          </ac:spMkLst>
        </pc:spChg>
        <pc:spChg chg="del">
          <ac:chgData name="Suraj Chopade" userId="S::suraj.chopade@bostoninstituteofanalytics.org::dcc44ee8-6a65-4538-a5e1-c87e14ca7a61" providerId="AD" clId="Web-{79E99A0B-E89E-FE9B-ACD5-3761BDB18D36}" dt="2023-10-06T05:54:53.028" v="154"/>
          <ac:spMkLst>
            <pc:docMk/>
            <pc:sldMk cId="1716880795" sldId="412"/>
            <ac:spMk id="3" creationId="{7BBA8A75-F3CC-D908-D2B3-842720557A9A}"/>
          </ac:spMkLst>
        </pc:spChg>
        <pc:picChg chg="add del mod">
          <ac:chgData name="Suraj Chopade" userId="S::suraj.chopade@bostoninstituteofanalytics.org::dcc44ee8-6a65-4538-a5e1-c87e14ca7a61" providerId="AD" clId="Web-{79E99A0B-E89E-FE9B-ACD5-3761BDB18D36}" dt="2023-10-06T05:56:28.498" v="162"/>
          <ac:picMkLst>
            <pc:docMk/>
            <pc:sldMk cId="1716880795" sldId="412"/>
            <ac:picMk id="4" creationId="{B280F8D9-4555-28CD-BA16-B081372BFBC8}"/>
          </ac:picMkLst>
        </pc:picChg>
        <pc:picChg chg="add del mod">
          <ac:chgData name="Suraj Chopade" userId="S::suraj.chopade@bostoninstituteofanalytics.org::dcc44ee8-6a65-4538-a5e1-c87e14ca7a61" providerId="AD" clId="Web-{79E99A0B-E89E-FE9B-ACD5-3761BDB18D36}" dt="2023-10-06T05:56:46.764" v="169"/>
          <ac:picMkLst>
            <pc:docMk/>
            <pc:sldMk cId="1716880795" sldId="412"/>
            <ac:picMk id="5" creationId="{A5A46FFD-0BF3-3020-7652-969956F79603}"/>
          </ac:picMkLst>
        </pc:picChg>
        <pc:picChg chg="mod">
          <ac:chgData name="Suraj Chopade" userId="S::suraj.chopade@bostoninstituteofanalytics.org::dcc44ee8-6a65-4538-a5e1-c87e14ca7a61" providerId="AD" clId="Web-{79E99A0B-E89E-FE9B-ACD5-3761BDB18D36}" dt="2023-10-06T05:55:03.559" v="157" actId="1076"/>
          <ac:picMkLst>
            <pc:docMk/>
            <pc:sldMk cId="1716880795" sldId="412"/>
            <ac:picMk id="6" creationId="{00000000-0000-0000-0000-000000000000}"/>
          </ac:picMkLst>
        </pc:picChg>
        <pc:picChg chg="add mod">
          <ac:chgData name="Suraj Chopade" userId="S::suraj.chopade@bostoninstituteofanalytics.org::dcc44ee8-6a65-4538-a5e1-c87e14ca7a61" providerId="AD" clId="Web-{79E99A0B-E89E-FE9B-ACD5-3761BDB18D36}" dt="2023-10-06T05:58:01.468" v="176" actId="1076"/>
          <ac:picMkLst>
            <pc:docMk/>
            <pc:sldMk cId="1716880795" sldId="412"/>
            <ac:picMk id="7" creationId="{3FE07F17-869D-8D18-D9A2-C6BA93E6A55D}"/>
          </ac:picMkLst>
        </pc:picChg>
      </pc:sldChg>
      <pc:sldChg chg="delSp modSp add ord replId">
        <pc:chgData name="Suraj Chopade" userId="S::suraj.chopade@bostoninstituteofanalytics.org::dcc44ee8-6a65-4538-a5e1-c87e14ca7a61" providerId="AD" clId="Web-{79E99A0B-E89E-FE9B-ACD5-3761BDB18D36}" dt="2023-10-06T06:08:47.210" v="246" actId="20577"/>
        <pc:sldMkLst>
          <pc:docMk/>
          <pc:sldMk cId="2788898658" sldId="413"/>
        </pc:sldMkLst>
        <pc:spChg chg="mod">
          <ac:chgData name="Suraj Chopade" userId="S::suraj.chopade@bostoninstituteofanalytics.org::dcc44ee8-6a65-4538-a5e1-c87e14ca7a61" providerId="AD" clId="Web-{79E99A0B-E89E-FE9B-ACD5-3761BDB18D36}" dt="2023-10-06T06:08:47.210" v="246" actId="20577"/>
          <ac:spMkLst>
            <pc:docMk/>
            <pc:sldMk cId="2788898658" sldId="413"/>
            <ac:spMk id="2" creationId="{F7761F45-99CF-5094-8BAE-64DDA34139B5}"/>
          </ac:spMkLst>
        </pc:spChg>
        <pc:spChg chg="del">
          <ac:chgData name="Suraj Chopade" userId="S::suraj.chopade@bostoninstituteofanalytics.org::dcc44ee8-6a65-4538-a5e1-c87e14ca7a61" providerId="AD" clId="Web-{79E99A0B-E89E-FE9B-ACD5-3761BDB18D36}" dt="2023-10-06T06:05:41.348" v="198"/>
          <ac:spMkLst>
            <pc:docMk/>
            <pc:sldMk cId="2788898658" sldId="413"/>
            <ac:spMk id="3" creationId="{7BBA8A75-F3CC-D908-D2B3-842720557A9A}"/>
          </ac:spMkLst>
        </pc:spChg>
        <pc:spChg chg="mod">
          <ac:chgData name="Suraj Chopade" userId="S::suraj.chopade@bostoninstituteofanalytics.org::dcc44ee8-6a65-4538-a5e1-c87e14ca7a61" providerId="AD" clId="Web-{79E99A0B-E89E-FE9B-ACD5-3761BDB18D36}" dt="2023-10-06T06:07:38.349" v="234" actId="1076"/>
          <ac:spMkLst>
            <pc:docMk/>
            <pc:sldMk cId="2788898658" sldId="413"/>
            <ac:spMk id="9" creationId="{2FDADD92-4E39-7713-520E-D88B1D53A255}"/>
          </ac:spMkLst>
        </pc:spChg>
      </pc:sldChg>
      <pc:sldChg chg="addSp delSp modSp add replId">
        <pc:chgData name="Suraj Chopade" userId="S::suraj.chopade@bostoninstituteofanalytics.org::dcc44ee8-6a65-4538-a5e1-c87e14ca7a61" providerId="AD" clId="Web-{79E99A0B-E89E-FE9B-ACD5-3761BDB18D36}" dt="2023-10-06T06:31:05.304" v="526" actId="1076"/>
        <pc:sldMkLst>
          <pc:docMk/>
          <pc:sldMk cId="3599271236" sldId="414"/>
        </pc:sldMkLst>
        <pc:spChg chg="del mod">
          <ac:chgData name="Suraj Chopade" userId="S::suraj.chopade@bostoninstituteofanalytics.org::dcc44ee8-6a65-4538-a5e1-c87e14ca7a61" providerId="AD" clId="Web-{79E99A0B-E89E-FE9B-ACD5-3761BDB18D36}" dt="2023-10-06T06:30:18.772" v="522"/>
          <ac:spMkLst>
            <pc:docMk/>
            <pc:sldMk cId="3599271236" sldId="414"/>
            <ac:spMk id="2" creationId="{F7761F45-99CF-5094-8BAE-64DDA34139B5}"/>
          </ac:spMkLst>
        </pc:spChg>
        <pc:spChg chg="add mod">
          <ac:chgData name="Suraj Chopade" userId="S::suraj.chopade@bostoninstituteofanalytics.org::dcc44ee8-6a65-4538-a5e1-c87e14ca7a61" providerId="AD" clId="Web-{79E99A0B-E89E-FE9B-ACD5-3761BDB18D36}" dt="2023-10-06T06:17:08.497" v="333" actId="14100"/>
          <ac:spMkLst>
            <pc:docMk/>
            <pc:sldMk cId="3599271236" sldId="414"/>
            <ac:spMk id="4" creationId="{940CD870-AE67-23D8-C88F-A3BC62949A80}"/>
          </ac:spMkLst>
        </pc:spChg>
        <pc:spChg chg="add mod topLvl">
          <ac:chgData name="Suraj Chopade" userId="S::suraj.chopade@bostoninstituteofanalytics.org::dcc44ee8-6a65-4538-a5e1-c87e14ca7a61" providerId="AD" clId="Web-{79E99A0B-E89E-FE9B-ACD5-3761BDB18D36}" dt="2023-10-06T06:27:05.301" v="499"/>
          <ac:spMkLst>
            <pc:docMk/>
            <pc:sldMk cId="3599271236" sldId="414"/>
            <ac:spMk id="5" creationId="{E5B78B91-3908-CBA5-4EE3-855573E5269A}"/>
          </ac:spMkLst>
        </pc:spChg>
        <pc:spChg chg="add del">
          <ac:chgData name="Suraj Chopade" userId="S::suraj.chopade@bostoninstituteofanalytics.org::dcc44ee8-6a65-4538-a5e1-c87e14ca7a61" providerId="AD" clId="Web-{79E99A0B-E89E-FE9B-ACD5-3761BDB18D36}" dt="2023-10-06T06:18:25.029" v="345"/>
          <ac:spMkLst>
            <pc:docMk/>
            <pc:sldMk cId="3599271236" sldId="414"/>
            <ac:spMk id="7" creationId="{6F11F779-D656-4DE3-F7D9-1365448D2269}"/>
          </ac:spMkLst>
        </pc:spChg>
        <pc:spChg chg="add del">
          <ac:chgData name="Suraj Chopade" userId="S::suraj.chopade@bostoninstituteofanalytics.org::dcc44ee8-6a65-4538-a5e1-c87e14ca7a61" providerId="AD" clId="Web-{79E99A0B-E89E-FE9B-ACD5-3761BDB18D36}" dt="2023-10-06T06:18:22.263" v="344"/>
          <ac:spMkLst>
            <pc:docMk/>
            <pc:sldMk cId="3599271236" sldId="414"/>
            <ac:spMk id="8" creationId="{973A9F05-0CA1-A74F-786D-7925254FB333}"/>
          </ac:spMkLst>
        </pc:spChg>
        <pc:spChg chg="mod">
          <ac:chgData name="Suraj Chopade" userId="S::suraj.chopade@bostoninstituteofanalytics.org::dcc44ee8-6a65-4538-a5e1-c87e14ca7a61" providerId="AD" clId="Web-{79E99A0B-E89E-FE9B-ACD5-3761BDB18D36}" dt="2023-10-06T06:28:40.958" v="510" actId="1076"/>
          <ac:spMkLst>
            <pc:docMk/>
            <pc:sldMk cId="3599271236" sldId="414"/>
            <ac:spMk id="9" creationId="{2FDADD92-4E39-7713-520E-D88B1D53A255}"/>
          </ac:spMkLst>
        </pc:spChg>
        <pc:spChg chg="add del">
          <ac:chgData name="Suraj Chopade" userId="S::suraj.chopade@bostoninstituteofanalytics.org::dcc44ee8-6a65-4538-a5e1-c87e14ca7a61" providerId="AD" clId="Web-{79E99A0B-E89E-FE9B-ACD5-3761BDB18D36}" dt="2023-10-06T06:18:21.045" v="343"/>
          <ac:spMkLst>
            <pc:docMk/>
            <pc:sldMk cId="3599271236" sldId="414"/>
            <ac:spMk id="10" creationId="{5CDE3D55-C7D2-90A7-73B9-A8E36070483D}"/>
          </ac:spMkLst>
        </pc:spChg>
        <pc:spChg chg="add del mod">
          <ac:chgData name="Suraj Chopade" userId="S::suraj.chopade@bostoninstituteofanalytics.org::dcc44ee8-6a65-4538-a5e1-c87e14ca7a61" providerId="AD" clId="Web-{79E99A0B-E89E-FE9B-ACD5-3761BDB18D36}" dt="2023-10-06T06:18:18.076" v="342"/>
          <ac:spMkLst>
            <pc:docMk/>
            <pc:sldMk cId="3599271236" sldId="414"/>
            <ac:spMk id="11" creationId="{C269328A-EC79-8669-6419-733F226EE0A3}"/>
          </ac:spMkLst>
        </pc:spChg>
        <pc:spChg chg="add mod">
          <ac:chgData name="Suraj Chopade" userId="S::suraj.chopade@bostoninstituteofanalytics.org::dcc44ee8-6a65-4538-a5e1-c87e14ca7a61" providerId="AD" clId="Web-{79E99A0B-E89E-FE9B-ACD5-3761BDB18D36}" dt="2023-10-06T06:24:48.299" v="477" actId="1076"/>
          <ac:spMkLst>
            <pc:docMk/>
            <pc:sldMk cId="3599271236" sldId="414"/>
            <ac:spMk id="14" creationId="{3FC50C57-AC3C-83E0-3AD4-D10DC8047C9A}"/>
          </ac:spMkLst>
        </pc:spChg>
        <pc:spChg chg="add mod">
          <ac:chgData name="Suraj Chopade" userId="S::suraj.chopade@bostoninstituteofanalytics.org::dcc44ee8-6a65-4538-a5e1-c87e14ca7a61" providerId="AD" clId="Web-{79E99A0B-E89E-FE9B-ACD5-3761BDB18D36}" dt="2023-10-06T06:24:53.487" v="479" actId="1076"/>
          <ac:spMkLst>
            <pc:docMk/>
            <pc:sldMk cId="3599271236" sldId="414"/>
            <ac:spMk id="15" creationId="{ECB6AC0C-D8DE-0FBA-274A-2C3216E71720}"/>
          </ac:spMkLst>
        </pc:spChg>
        <pc:spChg chg="add mod">
          <ac:chgData name="Suraj Chopade" userId="S::suraj.chopade@bostoninstituteofanalytics.org::dcc44ee8-6a65-4538-a5e1-c87e14ca7a61" providerId="AD" clId="Web-{79E99A0B-E89E-FE9B-ACD5-3761BDB18D36}" dt="2023-10-06T06:24:50.862" v="478" actId="1076"/>
          <ac:spMkLst>
            <pc:docMk/>
            <pc:sldMk cId="3599271236" sldId="414"/>
            <ac:spMk id="16" creationId="{94D71B9C-5399-3173-3240-ABF3F92337B2}"/>
          </ac:spMkLst>
        </pc:spChg>
        <pc:spChg chg="add mod topLvl">
          <ac:chgData name="Suraj Chopade" userId="S::suraj.chopade@bostoninstituteofanalytics.org::dcc44ee8-6a65-4538-a5e1-c87e14ca7a61" providerId="AD" clId="Web-{79E99A0B-E89E-FE9B-ACD5-3761BDB18D36}" dt="2023-10-06T06:27:42.411" v="503" actId="1076"/>
          <ac:spMkLst>
            <pc:docMk/>
            <pc:sldMk cId="3599271236" sldId="414"/>
            <ac:spMk id="17" creationId="{32CE4387-E548-ED42-25B7-94BD839D9863}"/>
          </ac:spMkLst>
        </pc:spChg>
        <pc:spChg chg="add mod topLvl">
          <ac:chgData name="Suraj Chopade" userId="S::suraj.chopade@bostoninstituteofanalytics.org::dcc44ee8-6a65-4538-a5e1-c87e14ca7a61" providerId="AD" clId="Web-{79E99A0B-E89E-FE9B-ACD5-3761BDB18D36}" dt="2023-10-06T06:27:05.301" v="499"/>
          <ac:spMkLst>
            <pc:docMk/>
            <pc:sldMk cId="3599271236" sldId="414"/>
            <ac:spMk id="18" creationId="{EB0E7637-534D-D354-CFAD-B82252BC5AC4}"/>
          </ac:spMkLst>
        </pc:spChg>
        <pc:spChg chg="add mod topLvl">
          <ac:chgData name="Suraj Chopade" userId="S::suraj.chopade@bostoninstituteofanalytics.org::dcc44ee8-6a65-4538-a5e1-c87e14ca7a61" providerId="AD" clId="Web-{79E99A0B-E89E-FE9B-ACD5-3761BDB18D36}" dt="2023-10-06T06:27:05.301" v="499"/>
          <ac:spMkLst>
            <pc:docMk/>
            <pc:sldMk cId="3599271236" sldId="414"/>
            <ac:spMk id="19" creationId="{E440F50B-B3ED-8A1C-E829-CBB0A8E54E3D}"/>
          </ac:spMkLst>
        </pc:spChg>
        <pc:spChg chg="add mod topLvl">
          <ac:chgData name="Suraj Chopade" userId="S::suraj.chopade@bostoninstituteofanalytics.org::dcc44ee8-6a65-4538-a5e1-c87e14ca7a61" providerId="AD" clId="Web-{79E99A0B-E89E-FE9B-ACD5-3761BDB18D36}" dt="2023-10-06T06:27:05.301" v="499"/>
          <ac:spMkLst>
            <pc:docMk/>
            <pc:sldMk cId="3599271236" sldId="414"/>
            <ac:spMk id="20" creationId="{37AAE1DA-12D9-F109-9B49-C0CDFB909263}"/>
          </ac:spMkLst>
        </pc:spChg>
        <pc:grpChg chg="add mod">
          <ac:chgData name="Suraj Chopade" userId="S::suraj.chopade@bostoninstituteofanalytics.org::dcc44ee8-6a65-4538-a5e1-c87e14ca7a61" providerId="AD" clId="Web-{79E99A0B-E89E-FE9B-ACD5-3761BDB18D36}" dt="2023-10-06T06:28:18.614" v="508" actId="1076"/>
          <ac:grpSpMkLst>
            <pc:docMk/>
            <pc:sldMk cId="3599271236" sldId="414"/>
            <ac:grpSpMk id="28" creationId="{8CFA5530-2B80-EB39-9BAC-535DDC6D969E}"/>
          </ac:grpSpMkLst>
        </pc:grpChg>
        <pc:grpChg chg="add del">
          <ac:chgData name="Suraj Chopade" userId="S::suraj.chopade@bostoninstituteofanalytics.org::dcc44ee8-6a65-4538-a5e1-c87e14ca7a61" providerId="AD" clId="Web-{79E99A0B-E89E-FE9B-ACD5-3761BDB18D36}" dt="2023-10-06T06:27:05.301" v="499"/>
          <ac:grpSpMkLst>
            <pc:docMk/>
            <pc:sldMk cId="3599271236" sldId="414"/>
            <ac:grpSpMk id="29" creationId="{9306DB1D-71FC-432D-D8D8-6451DD1157F9}"/>
          </ac:grpSpMkLst>
        </pc:grpChg>
        <pc:grpChg chg="add mod">
          <ac:chgData name="Suraj Chopade" userId="S::suraj.chopade@bostoninstituteofanalytics.org::dcc44ee8-6a65-4538-a5e1-c87e14ca7a61" providerId="AD" clId="Web-{79E99A0B-E89E-FE9B-ACD5-3761BDB18D36}" dt="2023-10-06T06:28:28.114" v="509" actId="1076"/>
          <ac:grpSpMkLst>
            <pc:docMk/>
            <pc:sldMk cId="3599271236" sldId="414"/>
            <ac:grpSpMk id="30" creationId="{2322F036-B154-EB55-E337-AD960CE3F595}"/>
          </ac:grpSpMkLst>
        </pc:grpChg>
        <pc:grpChg chg="add mod">
          <ac:chgData name="Suraj Chopade" userId="S::suraj.chopade@bostoninstituteofanalytics.org::dcc44ee8-6a65-4538-a5e1-c87e14ca7a61" providerId="AD" clId="Web-{79E99A0B-E89E-FE9B-ACD5-3761BDB18D36}" dt="2023-10-06T06:29:02.255" v="512" actId="1076"/>
          <ac:grpSpMkLst>
            <pc:docMk/>
            <pc:sldMk cId="3599271236" sldId="414"/>
            <ac:grpSpMk id="31" creationId="{8EB4EF59-F02F-3174-E884-27976EF9A3AF}"/>
          </ac:grpSpMkLst>
        </pc:grpChg>
        <pc:grpChg chg="add mod">
          <ac:chgData name="Suraj Chopade" userId="S::suraj.chopade@bostoninstituteofanalytics.org::dcc44ee8-6a65-4538-a5e1-c87e14ca7a61" providerId="AD" clId="Web-{79E99A0B-E89E-FE9B-ACD5-3761BDB18D36}" dt="2023-10-06T06:31:05.304" v="526" actId="1076"/>
          <ac:grpSpMkLst>
            <pc:docMk/>
            <pc:sldMk cId="3599271236" sldId="414"/>
            <ac:grpSpMk id="35" creationId="{0E23EA80-0DF5-CB84-BC0B-2DBABC31849C}"/>
          </ac:grpSpMkLst>
        </pc:grpChg>
        <pc:picChg chg="add del mod modCrop">
          <ac:chgData name="Suraj Chopade" userId="S::suraj.chopade@bostoninstituteofanalytics.org::dcc44ee8-6a65-4538-a5e1-c87e14ca7a61" providerId="AD" clId="Web-{79E99A0B-E89E-FE9B-ACD5-3761BDB18D36}" dt="2023-10-06T06:15:52.043" v="301"/>
          <ac:picMkLst>
            <pc:docMk/>
            <pc:sldMk cId="3599271236" sldId="414"/>
            <ac:picMk id="3" creationId="{015DA699-21A7-09C7-067F-C37BB508DC54}"/>
          </ac:picMkLst>
        </pc:picChg>
        <pc:picChg chg="mod">
          <ac:chgData name="Suraj Chopade" userId="S::suraj.chopade@bostoninstituteofanalytics.org::dcc44ee8-6a65-4538-a5e1-c87e14ca7a61" providerId="AD" clId="Web-{79E99A0B-E89E-FE9B-ACD5-3761BDB18D36}" dt="2023-10-06T06:28:13.942" v="507" actId="1076"/>
          <ac:picMkLst>
            <pc:docMk/>
            <pc:sldMk cId="3599271236" sldId="414"/>
            <ac:picMk id="6" creationId="{00000000-0000-0000-0000-000000000000}"/>
          </ac:picMkLst>
        </pc:picChg>
        <pc:cxnChg chg="add mod">
          <ac:chgData name="Suraj Chopade" userId="S::suraj.chopade@bostoninstituteofanalytics.org::dcc44ee8-6a65-4538-a5e1-c87e14ca7a61" providerId="AD" clId="Web-{79E99A0B-E89E-FE9B-ACD5-3761BDB18D36}" dt="2023-10-06T06:21:06.875" v="388" actId="14100"/>
          <ac:cxnSpMkLst>
            <pc:docMk/>
            <pc:sldMk cId="3599271236" sldId="414"/>
            <ac:cxnSpMk id="12" creationId="{9CB7E62A-583A-0B57-58D6-3CCE9B95679A}"/>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13" creationId="{E14BA2F3-A1C6-7B78-9393-18B358F9B380}"/>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21" creationId="{5E44639F-8DD7-F3AA-6689-FAC4883094BF}"/>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22" creationId="{40D5EE23-14D7-C540-F334-63EC4D99ADB5}"/>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23" creationId="{CC0049E4-F893-AEAB-BC00-994878614313}"/>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24" creationId="{B1EB2C2B-FB21-F7E5-DD7E-2F81F94B0DAE}"/>
          </ac:cxnSpMkLst>
        </pc:cxnChg>
        <pc:cxnChg chg="add mod">
          <ac:chgData name="Suraj Chopade" userId="S::suraj.chopade@bostoninstituteofanalytics.org::dcc44ee8-6a65-4538-a5e1-c87e14ca7a61" providerId="AD" clId="Web-{79E99A0B-E89E-FE9B-ACD5-3761BDB18D36}" dt="2023-10-06T06:24:59.831" v="480" actId="1076"/>
          <ac:cxnSpMkLst>
            <pc:docMk/>
            <pc:sldMk cId="3599271236" sldId="414"/>
            <ac:cxnSpMk id="25" creationId="{DBA8370B-F59D-A021-F6DD-31209350A9DE}"/>
          </ac:cxnSpMkLst>
        </pc:cxnChg>
        <pc:cxnChg chg="add mod">
          <ac:chgData name="Suraj Chopade" userId="S::suraj.chopade@bostoninstituteofanalytics.org::dcc44ee8-6a65-4538-a5e1-c87e14ca7a61" providerId="AD" clId="Web-{79E99A0B-E89E-FE9B-ACD5-3761BDB18D36}" dt="2023-10-06T06:25:19.346" v="486" actId="1076"/>
          <ac:cxnSpMkLst>
            <pc:docMk/>
            <pc:sldMk cId="3599271236" sldId="414"/>
            <ac:cxnSpMk id="26" creationId="{99F7AA88-A29D-B3A8-6612-EC5CC361647D}"/>
          </ac:cxnSpMkLst>
        </pc:cxnChg>
        <pc:cxnChg chg="add mod">
          <ac:chgData name="Suraj Chopade" userId="S::suraj.chopade@bostoninstituteofanalytics.org::dcc44ee8-6a65-4538-a5e1-c87e14ca7a61" providerId="AD" clId="Web-{79E99A0B-E89E-FE9B-ACD5-3761BDB18D36}" dt="2023-10-06T06:25:15.159" v="485" actId="1076"/>
          <ac:cxnSpMkLst>
            <pc:docMk/>
            <pc:sldMk cId="3599271236" sldId="414"/>
            <ac:cxnSpMk id="27" creationId="{E64E7688-8183-8382-10BC-93E8CAF91323}"/>
          </ac:cxnSpMkLst>
        </pc:cxnChg>
        <pc:cxnChg chg="add del mod">
          <ac:chgData name="Suraj Chopade" userId="S::suraj.chopade@bostoninstituteofanalytics.org::dcc44ee8-6a65-4538-a5e1-c87e14ca7a61" providerId="AD" clId="Web-{79E99A0B-E89E-FE9B-ACD5-3761BDB18D36}" dt="2023-10-06T06:29:39.928" v="515"/>
          <ac:cxnSpMkLst>
            <pc:docMk/>
            <pc:sldMk cId="3599271236" sldId="414"/>
            <ac:cxnSpMk id="32" creationId="{32CEA1A0-EB92-9594-D482-435637868D14}"/>
          </ac:cxnSpMkLst>
        </pc:cxnChg>
        <pc:cxnChg chg="add mod">
          <ac:chgData name="Suraj Chopade" userId="S::suraj.chopade@bostoninstituteofanalytics.org::dcc44ee8-6a65-4538-a5e1-c87e14ca7a61" providerId="AD" clId="Web-{79E99A0B-E89E-FE9B-ACD5-3761BDB18D36}" dt="2023-10-06T06:30:05.569" v="518" actId="14100"/>
          <ac:cxnSpMkLst>
            <pc:docMk/>
            <pc:sldMk cId="3599271236" sldId="414"/>
            <ac:cxnSpMk id="33" creationId="{F3574FDE-2313-8562-DA15-F76AF1B7D9E9}"/>
          </ac:cxnSpMkLst>
        </pc:cxnChg>
        <pc:cxnChg chg="add mod">
          <ac:chgData name="Suraj Chopade" userId="S::suraj.chopade@bostoninstituteofanalytics.org::dcc44ee8-6a65-4538-a5e1-c87e14ca7a61" providerId="AD" clId="Web-{79E99A0B-E89E-FE9B-ACD5-3761BDB18D36}" dt="2023-10-06T06:30:33.366" v="524" actId="14100"/>
          <ac:cxnSpMkLst>
            <pc:docMk/>
            <pc:sldMk cId="3599271236" sldId="414"/>
            <ac:cxnSpMk id="34" creationId="{A0AEDD3E-DDB0-F7F3-3280-046A188C7E99}"/>
          </ac:cxnSpMkLst>
        </pc:cxnChg>
      </pc:sldChg>
      <pc:sldChg chg="modSp add ord replId">
        <pc:chgData name="Suraj Chopade" userId="S::suraj.chopade@bostoninstituteofanalytics.org::dcc44ee8-6a65-4538-a5e1-c87e14ca7a61" providerId="AD" clId="Web-{79E99A0B-E89E-FE9B-ACD5-3761BDB18D36}" dt="2023-10-06T06:33:05.758" v="567" actId="1076"/>
        <pc:sldMkLst>
          <pc:docMk/>
          <pc:sldMk cId="1862185736" sldId="415"/>
        </pc:sldMkLst>
        <pc:spChg chg="mod">
          <ac:chgData name="Suraj Chopade" userId="S::suraj.chopade@bostoninstituteofanalytics.org::dcc44ee8-6a65-4538-a5e1-c87e14ca7a61" providerId="AD" clId="Web-{79E99A0B-E89E-FE9B-ACD5-3761BDB18D36}" dt="2023-10-06T06:33:05.758" v="567" actId="1076"/>
          <ac:spMkLst>
            <pc:docMk/>
            <pc:sldMk cId="1862185736" sldId="415"/>
            <ac:spMk id="2" creationId="{F7761F45-99CF-5094-8BAE-64DDA34139B5}"/>
          </ac:spMkLst>
        </pc:spChg>
        <pc:spChg chg="mod">
          <ac:chgData name="Suraj Chopade" userId="S::suraj.chopade@bostoninstituteofanalytics.org::dcc44ee8-6a65-4538-a5e1-c87e14ca7a61" providerId="AD" clId="Web-{79E99A0B-E89E-FE9B-ACD5-3761BDB18D36}" dt="2023-10-06T06:31:47.898" v="542" actId="14100"/>
          <ac:spMkLst>
            <pc:docMk/>
            <pc:sldMk cId="1862185736" sldId="415"/>
            <ac:spMk id="9" creationId="{2FDADD92-4E39-7713-520E-D88B1D53A255}"/>
          </ac:spMkLst>
        </pc:spChg>
      </pc:sldChg>
      <pc:sldChg chg="addSp modSp add replId">
        <pc:chgData name="Suraj Chopade" userId="S::suraj.chopade@bostoninstituteofanalytics.org::dcc44ee8-6a65-4538-a5e1-c87e14ca7a61" providerId="AD" clId="Web-{79E99A0B-E89E-FE9B-ACD5-3761BDB18D36}" dt="2023-10-06T06:52:41.663" v="842" actId="1076"/>
        <pc:sldMkLst>
          <pc:docMk/>
          <pc:sldMk cId="473788288" sldId="416"/>
        </pc:sldMkLst>
        <pc:spChg chg="mod">
          <ac:chgData name="Suraj Chopade" userId="S::suraj.chopade@bostoninstituteofanalytics.org::dcc44ee8-6a65-4538-a5e1-c87e14ca7a61" providerId="AD" clId="Web-{79E99A0B-E89E-FE9B-ACD5-3761BDB18D36}" dt="2023-10-06T06:52:29.475" v="838" actId="20577"/>
          <ac:spMkLst>
            <pc:docMk/>
            <pc:sldMk cId="473788288" sldId="416"/>
            <ac:spMk id="2" creationId="{F7761F45-99CF-5094-8BAE-64DDA34139B5}"/>
          </ac:spMkLst>
        </pc:spChg>
        <pc:spChg chg="mod">
          <ac:chgData name="Suraj Chopade" userId="S::suraj.chopade@bostoninstituteofanalytics.org::dcc44ee8-6a65-4538-a5e1-c87e14ca7a61" providerId="AD" clId="Web-{79E99A0B-E89E-FE9B-ACD5-3761BDB18D36}" dt="2023-10-06T06:38:14.746" v="620" actId="1076"/>
          <ac:spMkLst>
            <pc:docMk/>
            <pc:sldMk cId="473788288" sldId="416"/>
            <ac:spMk id="9" creationId="{2FDADD92-4E39-7713-520E-D88B1D53A255}"/>
          </ac:spMkLst>
        </pc:spChg>
        <pc:picChg chg="add mod">
          <ac:chgData name="Suraj Chopade" userId="S::suraj.chopade@bostoninstituteofanalytics.org::dcc44ee8-6a65-4538-a5e1-c87e14ca7a61" providerId="AD" clId="Web-{79E99A0B-E89E-FE9B-ACD5-3761BDB18D36}" dt="2023-10-06T06:52:41.663" v="842" actId="1076"/>
          <ac:picMkLst>
            <pc:docMk/>
            <pc:sldMk cId="473788288" sldId="416"/>
            <ac:picMk id="3" creationId="{79D7470E-4F1A-51F3-2189-7D1E1D6C633D}"/>
          </ac:picMkLst>
        </pc:picChg>
      </pc:sldChg>
      <pc:sldChg chg="addSp modSp add replId">
        <pc:chgData name="Suraj Chopade" userId="S::suraj.chopade@bostoninstituteofanalytics.org::dcc44ee8-6a65-4538-a5e1-c87e14ca7a61" providerId="AD" clId="Web-{79E99A0B-E89E-FE9B-ACD5-3761BDB18D36}" dt="2023-10-06T06:51:23.302" v="809" actId="1076"/>
        <pc:sldMkLst>
          <pc:docMk/>
          <pc:sldMk cId="1830556282" sldId="417"/>
        </pc:sldMkLst>
        <pc:spChg chg="mod">
          <ac:chgData name="Suraj Chopade" userId="S::suraj.chopade@bostoninstituteofanalytics.org::dcc44ee8-6a65-4538-a5e1-c87e14ca7a61" providerId="AD" clId="Web-{79E99A0B-E89E-FE9B-ACD5-3761BDB18D36}" dt="2023-10-06T06:47:38.487" v="692" actId="20577"/>
          <ac:spMkLst>
            <pc:docMk/>
            <pc:sldMk cId="1830556282" sldId="417"/>
            <ac:spMk id="2" creationId="{F7761F45-99CF-5094-8BAE-64DDA34139B5}"/>
          </ac:spMkLst>
        </pc:spChg>
        <pc:spChg chg="mod">
          <ac:chgData name="Suraj Chopade" userId="S::suraj.chopade@bostoninstituteofanalytics.org::dcc44ee8-6a65-4538-a5e1-c87e14ca7a61" providerId="AD" clId="Web-{79E99A0B-E89E-FE9B-ACD5-3761BDB18D36}" dt="2023-10-06T06:43:42.672" v="637" actId="1076"/>
          <ac:spMkLst>
            <pc:docMk/>
            <pc:sldMk cId="1830556282" sldId="417"/>
            <ac:spMk id="9" creationId="{2FDADD92-4E39-7713-520E-D88B1D53A255}"/>
          </ac:spMkLst>
        </pc:spChg>
        <pc:picChg chg="add mod modCrop">
          <ac:chgData name="Suraj Chopade" userId="S::suraj.chopade@bostoninstituteofanalytics.org::dcc44ee8-6a65-4538-a5e1-c87e14ca7a61" providerId="AD" clId="Web-{79E99A0B-E89E-FE9B-ACD5-3761BDB18D36}" dt="2023-10-06T06:51:23.302" v="809" actId="1076"/>
          <ac:picMkLst>
            <pc:docMk/>
            <pc:sldMk cId="1830556282" sldId="417"/>
            <ac:picMk id="3" creationId="{E15D979B-831E-D767-00AB-1F0930F7B253}"/>
          </ac:picMkLst>
        </pc:picChg>
      </pc:sldChg>
      <pc:sldChg chg="addSp modSp add del replId">
        <pc:chgData name="Suraj Chopade" userId="S::suraj.chopade@bostoninstituteofanalytics.org::dcc44ee8-6a65-4538-a5e1-c87e14ca7a61" providerId="AD" clId="Web-{79E99A0B-E89E-FE9B-ACD5-3761BDB18D36}" dt="2023-10-06T06:56:44.978" v="911" actId="1076"/>
        <pc:sldMkLst>
          <pc:docMk/>
          <pc:sldMk cId="3759979835" sldId="418"/>
        </pc:sldMkLst>
        <pc:spChg chg="mod">
          <ac:chgData name="Suraj Chopade" userId="S::suraj.chopade@bostoninstituteofanalytics.org::dcc44ee8-6a65-4538-a5e1-c87e14ca7a61" providerId="AD" clId="Web-{79E99A0B-E89E-FE9B-ACD5-3761BDB18D36}" dt="2023-10-06T06:55:27.961" v="894" actId="20577"/>
          <ac:spMkLst>
            <pc:docMk/>
            <pc:sldMk cId="3759979835" sldId="418"/>
            <ac:spMk id="2" creationId="{F7761F45-99CF-5094-8BAE-64DDA34139B5}"/>
          </ac:spMkLst>
        </pc:spChg>
        <pc:picChg chg="add mod modCrop">
          <ac:chgData name="Suraj Chopade" userId="S::suraj.chopade@bostoninstituteofanalytics.org::dcc44ee8-6a65-4538-a5e1-c87e14ca7a61" providerId="AD" clId="Web-{79E99A0B-E89E-FE9B-ACD5-3761BDB18D36}" dt="2023-10-06T06:56:42.556" v="910" actId="1076"/>
          <ac:picMkLst>
            <pc:docMk/>
            <pc:sldMk cId="3759979835" sldId="418"/>
            <ac:picMk id="3" creationId="{786DF826-893C-0014-2C84-56A2D15B953D}"/>
          </ac:picMkLst>
        </pc:picChg>
        <pc:picChg chg="add mod modCrop">
          <ac:chgData name="Suraj Chopade" userId="S::suraj.chopade@bostoninstituteofanalytics.org::dcc44ee8-6a65-4538-a5e1-c87e14ca7a61" providerId="AD" clId="Web-{79E99A0B-E89E-FE9B-ACD5-3761BDB18D36}" dt="2023-10-06T06:56:03.931" v="902" actId="1076"/>
          <ac:picMkLst>
            <pc:docMk/>
            <pc:sldMk cId="3759979835" sldId="418"/>
            <ac:picMk id="4" creationId="{E3A9DAE9-4AB1-8B84-C4C2-5FEE08F2D3BB}"/>
          </ac:picMkLst>
        </pc:picChg>
        <pc:picChg chg="add mod">
          <ac:chgData name="Suraj Chopade" userId="S::suraj.chopade@bostoninstituteofanalytics.org::dcc44ee8-6a65-4538-a5e1-c87e14ca7a61" providerId="AD" clId="Web-{79E99A0B-E89E-FE9B-ACD5-3761BDB18D36}" dt="2023-10-06T06:56:44.978" v="911" actId="1076"/>
          <ac:picMkLst>
            <pc:docMk/>
            <pc:sldMk cId="3759979835" sldId="418"/>
            <ac:picMk id="5" creationId="{4E327D36-D83D-06A9-F973-F8B772ED02FB}"/>
          </ac:picMkLst>
        </pc:picChg>
      </pc:sldChg>
      <pc:sldChg chg="modSp add del ord replId">
        <pc:chgData name="Suraj Chopade" userId="S::suraj.chopade@bostoninstituteofanalytics.org::dcc44ee8-6a65-4538-a5e1-c87e14ca7a61" providerId="AD" clId="Web-{79E99A0B-E89E-FE9B-ACD5-3761BDB18D36}" dt="2023-10-06T07:04:52.124" v="973"/>
        <pc:sldMkLst>
          <pc:docMk/>
          <pc:sldMk cId="4269819218" sldId="419"/>
        </pc:sldMkLst>
        <pc:spChg chg="mod">
          <ac:chgData name="Suraj Chopade" userId="S::suraj.chopade@bostoninstituteofanalytics.org::dcc44ee8-6a65-4538-a5e1-c87e14ca7a61" providerId="AD" clId="Web-{79E99A0B-E89E-FE9B-ACD5-3761BDB18D36}" dt="2023-10-06T07:04:27.062" v="972" actId="20577"/>
          <ac:spMkLst>
            <pc:docMk/>
            <pc:sldMk cId="4269819218" sldId="419"/>
            <ac:spMk id="2" creationId="{F7761F45-99CF-5094-8BAE-64DDA34139B5}"/>
          </ac:spMkLst>
        </pc:spChg>
        <pc:spChg chg="mod">
          <ac:chgData name="Suraj Chopade" userId="S::suraj.chopade@bostoninstituteofanalytics.org::dcc44ee8-6a65-4538-a5e1-c87e14ca7a61" providerId="AD" clId="Web-{79E99A0B-E89E-FE9B-ACD5-3761BDB18D36}" dt="2023-10-06T07:01:55.544" v="922" actId="1076"/>
          <ac:spMkLst>
            <pc:docMk/>
            <pc:sldMk cId="4269819218" sldId="419"/>
            <ac:spMk id="9" creationId="{2FDADD92-4E39-7713-520E-D88B1D53A255}"/>
          </ac:spMkLst>
        </pc:spChg>
      </pc:sldChg>
      <pc:sldChg chg="modSp add del replId">
        <pc:chgData name="Suraj Chopade" userId="S::suraj.chopade@bostoninstituteofanalytics.org::dcc44ee8-6a65-4538-a5e1-c87e14ca7a61" providerId="AD" clId="Web-{79E99A0B-E89E-FE9B-ACD5-3761BDB18D36}" dt="2023-10-06T07:07:58.689" v="998"/>
        <pc:sldMkLst>
          <pc:docMk/>
          <pc:sldMk cId="2206983601" sldId="420"/>
        </pc:sldMkLst>
        <pc:spChg chg="mod">
          <ac:chgData name="Suraj Chopade" userId="S::suraj.chopade@bostoninstituteofanalytics.org::dcc44ee8-6a65-4538-a5e1-c87e14ca7a61" providerId="AD" clId="Web-{79E99A0B-E89E-FE9B-ACD5-3761BDB18D36}" dt="2023-10-06T07:03:35.639" v="957" actId="1076"/>
          <ac:spMkLst>
            <pc:docMk/>
            <pc:sldMk cId="2206983601" sldId="420"/>
            <ac:spMk id="2" creationId="{F7761F45-99CF-5094-8BAE-64DDA34139B5}"/>
          </ac:spMkLst>
        </pc:spChg>
      </pc:sldChg>
      <pc:sldChg chg="modSp add replId modNotes">
        <pc:chgData name="Suraj Chopade" userId="S::suraj.chopade@bostoninstituteofanalytics.org::dcc44ee8-6a65-4538-a5e1-c87e14ca7a61" providerId="AD" clId="Web-{79E99A0B-E89E-FE9B-ACD5-3761BDB18D36}" dt="2023-10-06T07:07:45.439" v="996" actId="20577"/>
        <pc:sldMkLst>
          <pc:docMk/>
          <pc:sldMk cId="2201374662" sldId="421"/>
        </pc:sldMkLst>
        <pc:spChg chg="mod">
          <ac:chgData name="Suraj Chopade" userId="S::suraj.chopade@bostoninstituteofanalytics.org::dcc44ee8-6a65-4538-a5e1-c87e14ca7a61" providerId="AD" clId="Web-{79E99A0B-E89E-FE9B-ACD5-3761BDB18D36}" dt="2023-10-06T07:07:45.439" v="996" actId="20577"/>
          <ac:spMkLst>
            <pc:docMk/>
            <pc:sldMk cId="2201374662" sldId="421"/>
            <ac:spMk id="2" creationId="{F7761F45-99CF-5094-8BAE-64DDA34139B5}"/>
          </ac:spMkLst>
        </pc:spChg>
      </pc:sldChg>
      <pc:sldChg chg="addSp modSp add replId modNotes">
        <pc:chgData name="Suraj Chopade" userId="S::suraj.chopade@bostoninstituteofanalytics.org::dcc44ee8-6a65-4538-a5e1-c87e14ca7a61" providerId="AD" clId="Web-{79E99A0B-E89E-FE9B-ACD5-3761BDB18D36}" dt="2023-10-06T07:17:36.211" v="1101" actId="20577"/>
        <pc:sldMkLst>
          <pc:docMk/>
          <pc:sldMk cId="3628698905" sldId="422"/>
        </pc:sldMkLst>
        <pc:spChg chg="mod">
          <ac:chgData name="Suraj Chopade" userId="S::suraj.chopade@bostoninstituteofanalytics.org::dcc44ee8-6a65-4538-a5e1-c87e14ca7a61" providerId="AD" clId="Web-{79E99A0B-E89E-FE9B-ACD5-3761BDB18D36}" dt="2023-10-06T07:17:36.211" v="1101" actId="20577"/>
          <ac:spMkLst>
            <pc:docMk/>
            <pc:sldMk cId="3628698905" sldId="422"/>
            <ac:spMk id="2" creationId="{F7761F45-99CF-5094-8BAE-64DDA34139B5}"/>
          </ac:spMkLst>
        </pc:spChg>
        <pc:spChg chg="add mod">
          <ac:chgData name="Suraj Chopade" userId="S::suraj.chopade@bostoninstituteofanalytics.org::dcc44ee8-6a65-4538-a5e1-c87e14ca7a61" providerId="AD" clId="Web-{79E99A0B-E89E-FE9B-ACD5-3761BDB18D36}" dt="2023-10-06T07:15:35.382" v="1084" actId="1076"/>
          <ac:spMkLst>
            <pc:docMk/>
            <pc:sldMk cId="3628698905" sldId="422"/>
            <ac:spMk id="4" creationId="{2086DAE7-4184-13BD-A374-B3B74CFBF5D7}"/>
          </ac:spMkLst>
        </pc:spChg>
        <pc:spChg chg="mod">
          <ac:chgData name="Suraj Chopade" userId="S::suraj.chopade@bostoninstituteofanalytics.org::dcc44ee8-6a65-4538-a5e1-c87e14ca7a61" providerId="AD" clId="Web-{79E99A0B-E89E-FE9B-ACD5-3761BDB18D36}" dt="2023-10-06T07:10:33.691" v="1019" actId="1076"/>
          <ac:spMkLst>
            <pc:docMk/>
            <pc:sldMk cId="3628698905" sldId="422"/>
            <ac:spMk id="9" creationId="{2FDADD92-4E39-7713-520E-D88B1D53A255}"/>
          </ac:spMkLst>
        </pc:spChg>
        <pc:picChg chg="add mod">
          <ac:chgData name="Suraj Chopade" userId="S::suraj.chopade@bostoninstituteofanalytics.org::dcc44ee8-6a65-4538-a5e1-c87e14ca7a61" providerId="AD" clId="Web-{79E99A0B-E89E-FE9B-ACD5-3761BDB18D36}" dt="2023-10-06T07:15:38.538" v="1085" actId="1076"/>
          <ac:picMkLst>
            <pc:docMk/>
            <pc:sldMk cId="3628698905" sldId="422"/>
            <ac:picMk id="3" creationId="{7410B02C-68A6-75F6-D628-0BB51E2C3F59}"/>
          </ac:picMkLst>
        </pc:picChg>
      </pc:sldChg>
      <pc:sldChg chg="addSp delSp modSp add ord replId modNotes">
        <pc:chgData name="Suraj Chopade" userId="S::suraj.chopade@bostoninstituteofanalytics.org::dcc44ee8-6a65-4538-a5e1-c87e14ca7a61" providerId="AD" clId="Web-{79E99A0B-E89E-FE9B-ACD5-3761BDB18D36}" dt="2023-10-06T07:50:35" v="1284"/>
        <pc:sldMkLst>
          <pc:docMk/>
          <pc:sldMk cId="3719171295" sldId="423"/>
        </pc:sldMkLst>
        <pc:spChg chg="mod">
          <ac:chgData name="Suraj Chopade" userId="S::suraj.chopade@bostoninstituteofanalytics.org::dcc44ee8-6a65-4538-a5e1-c87e14ca7a61" providerId="AD" clId="Web-{79E99A0B-E89E-FE9B-ACD5-3761BDB18D36}" dt="2023-10-06T07:16:54.508" v="1096" actId="1076"/>
          <ac:spMkLst>
            <pc:docMk/>
            <pc:sldMk cId="3719171295" sldId="423"/>
            <ac:spMk id="2" creationId="{F7761F45-99CF-5094-8BAE-64DDA34139B5}"/>
          </ac:spMkLst>
        </pc:spChg>
        <pc:spChg chg="add del mod">
          <ac:chgData name="Suraj Chopade" userId="S::suraj.chopade@bostoninstituteofanalytics.org::dcc44ee8-6a65-4538-a5e1-c87e14ca7a61" providerId="AD" clId="Web-{79E99A0B-E89E-FE9B-ACD5-3761BDB18D36}" dt="2023-10-06T07:16:38.695" v="1091"/>
          <ac:spMkLst>
            <pc:docMk/>
            <pc:sldMk cId="3719171295" sldId="423"/>
            <ac:spMk id="3" creationId="{2E0375BB-94A8-3EF1-9D6B-5E159AFCBEC4}"/>
          </ac:spMkLst>
        </pc:spChg>
        <pc:picChg chg="add mod">
          <ac:chgData name="Suraj Chopade" userId="S::suraj.chopade@bostoninstituteofanalytics.org::dcc44ee8-6a65-4538-a5e1-c87e14ca7a61" providerId="AD" clId="Web-{79E99A0B-E89E-FE9B-ACD5-3761BDB18D36}" dt="2023-10-06T07:17:02.070" v="1099" actId="1076"/>
          <ac:picMkLst>
            <pc:docMk/>
            <pc:sldMk cId="3719171295" sldId="423"/>
            <ac:picMk id="4" creationId="{3A4A93A5-3A9F-65CF-3FFF-2C53F5307652}"/>
          </ac:picMkLst>
        </pc:picChg>
      </pc:sldChg>
      <pc:sldChg chg="delSp modSp add replId">
        <pc:chgData name="Suraj Chopade" userId="S::suraj.chopade@bostoninstituteofanalytics.org::dcc44ee8-6a65-4538-a5e1-c87e14ca7a61" providerId="AD" clId="Web-{79E99A0B-E89E-FE9B-ACD5-3761BDB18D36}" dt="2023-10-06T07:24:12.982" v="1189" actId="20577"/>
        <pc:sldMkLst>
          <pc:docMk/>
          <pc:sldMk cId="3099422123" sldId="424"/>
        </pc:sldMkLst>
        <pc:spChg chg="del">
          <ac:chgData name="Suraj Chopade" userId="S::suraj.chopade@bostoninstituteofanalytics.org::dcc44ee8-6a65-4538-a5e1-c87e14ca7a61" providerId="AD" clId="Web-{79E99A0B-E89E-FE9B-ACD5-3761BDB18D36}" dt="2023-10-06T07:19:23.447" v="1104"/>
          <ac:spMkLst>
            <pc:docMk/>
            <pc:sldMk cId="3099422123" sldId="424"/>
            <ac:spMk id="2" creationId="{F7761F45-99CF-5094-8BAE-64DDA34139B5}"/>
          </ac:spMkLst>
        </pc:spChg>
        <pc:spChg chg="mod">
          <ac:chgData name="Suraj Chopade" userId="S::suraj.chopade@bostoninstituteofanalytics.org::dcc44ee8-6a65-4538-a5e1-c87e14ca7a61" providerId="AD" clId="Web-{79E99A0B-E89E-FE9B-ACD5-3761BDB18D36}" dt="2023-10-06T07:24:12.982" v="1189" actId="20577"/>
          <ac:spMkLst>
            <pc:docMk/>
            <pc:sldMk cId="3099422123" sldId="424"/>
            <ac:spMk id="4" creationId="{2086DAE7-4184-13BD-A374-B3B74CFBF5D7}"/>
          </ac:spMkLst>
        </pc:spChg>
        <pc:picChg chg="del">
          <ac:chgData name="Suraj Chopade" userId="S::suraj.chopade@bostoninstituteofanalytics.org::dcc44ee8-6a65-4538-a5e1-c87e14ca7a61" providerId="AD" clId="Web-{79E99A0B-E89E-FE9B-ACD5-3761BDB18D36}" dt="2023-10-06T07:19:16.978" v="1103"/>
          <ac:picMkLst>
            <pc:docMk/>
            <pc:sldMk cId="3099422123" sldId="424"/>
            <ac:picMk id="3" creationId="{7410B02C-68A6-75F6-D628-0BB51E2C3F59}"/>
          </ac:picMkLst>
        </pc:picChg>
      </pc:sldChg>
      <pc:sldChg chg="addSp modSp add ord replId">
        <pc:chgData name="Suraj Chopade" userId="S::suraj.chopade@bostoninstituteofanalytics.org::dcc44ee8-6a65-4538-a5e1-c87e14ca7a61" providerId="AD" clId="Web-{79E99A0B-E89E-FE9B-ACD5-3761BDB18D36}" dt="2023-10-06T07:50:44.813" v="1285"/>
        <pc:sldMkLst>
          <pc:docMk/>
          <pc:sldMk cId="4285754358" sldId="425"/>
        </pc:sldMkLst>
        <pc:spChg chg="mod">
          <ac:chgData name="Suraj Chopade" userId="S::suraj.chopade@bostoninstituteofanalytics.org::dcc44ee8-6a65-4538-a5e1-c87e14ca7a61" providerId="AD" clId="Web-{79E99A0B-E89E-FE9B-ACD5-3761BDB18D36}" dt="2023-10-06T07:50:44.813" v="1285"/>
          <ac:spMkLst>
            <pc:docMk/>
            <pc:sldMk cId="4285754358" sldId="425"/>
            <ac:spMk id="4" creationId="{2086DAE7-4184-13BD-A374-B3B74CFBF5D7}"/>
          </ac:spMkLst>
        </pc:spChg>
        <pc:picChg chg="add mod">
          <ac:chgData name="Suraj Chopade" userId="S::suraj.chopade@bostoninstituteofanalytics.org::dcc44ee8-6a65-4538-a5e1-c87e14ca7a61" providerId="AD" clId="Web-{79E99A0B-E89E-FE9B-ACD5-3761BDB18D36}" dt="2023-10-06T07:42:29.370" v="1282" actId="1076"/>
          <ac:picMkLst>
            <pc:docMk/>
            <pc:sldMk cId="4285754358" sldId="425"/>
            <ac:picMk id="2" creationId="{65D88C47-E170-EE2A-74D4-690ED31174B5}"/>
          </ac:picMkLst>
        </pc:picChg>
      </pc:sldChg>
      <pc:sldChg chg="addSp modSp add ord replId">
        <pc:chgData name="Suraj Chopade" userId="S::suraj.chopade@bostoninstituteofanalytics.org::dcc44ee8-6a65-4538-a5e1-c87e14ca7a61" providerId="AD" clId="Web-{79E99A0B-E89E-FE9B-ACD5-3761BDB18D36}" dt="2023-10-06T08:01:02.383" v="1339" actId="1076"/>
        <pc:sldMkLst>
          <pc:docMk/>
          <pc:sldMk cId="3130724772" sldId="426"/>
        </pc:sldMkLst>
        <pc:spChg chg="mod">
          <ac:chgData name="Suraj Chopade" userId="S::suraj.chopade@bostoninstituteofanalytics.org::dcc44ee8-6a65-4538-a5e1-c87e14ca7a61" providerId="AD" clId="Web-{79E99A0B-E89E-FE9B-ACD5-3761BDB18D36}" dt="2023-10-06T08:00:56.305" v="1337" actId="14100"/>
          <ac:spMkLst>
            <pc:docMk/>
            <pc:sldMk cId="3130724772" sldId="426"/>
            <ac:spMk id="4" creationId="{2086DAE7-4184-13BD-A374-B3B74CFBF5D7}"/>
          </ac:spMkLst>
        </pc:spChg>
        <pc:spChg chg="mod">
          <ac:chgData name="Suraj Chopade" userId="S::suraj.chopade@bostoninstituteofanalytics.org::dcc44ee8-6a65-4538-a5e1-c87e14ca7a61" providerId="AD" clId="Web-{79E99A0B-E89E-FE9B-ACD5-3761BDB18D36}" dt="2023-10-06T07:54:41.753" v="1308" actId="1076"/>
          <ac:spMkLst>
            <pc:docMk/>
            <pc:sldMk cId="3130724772" sldId="426"/>
            <ac:spMk id="9" creationId="{2FDADD92-4E39-7713-520E-D88B1D53A255}"/>
          </ac:spMkLst>
        </pc:spChg>
        <pc:picChg chg="add mod">
          <ac:chgData name="Suraj Chopade" userId="S::suraj.chopade@bostoninstituteofanalytics.org::dcc44ee8-6a65-4538-a5e1-c87e14ca7a61" providerId="AD" clId="Web-{79E99A0B-E89E-FE9B-ACD5-3761BDB18D36}" dt="2023-10-06T08:01:02.383" v="1339" actId="1076"/>
          <ac:picMkLst>
            <pc:docMk/>
            <pc:sldMk cId="3130724772" sldId="426"/>
            <ac:picMk id="2" creationId="{40B904C5-795D-16F4-7A38-7CBA112F0CEC}"/>
          </ac:picMkLst>
        </pc:picChg>
      </pc:sldChg>
      <pc:sldChg chg="addSp delSp modSp add replId">
        <pc:chgData name="Suraj Chopade" userId="S::suraj.chopade@bostoninstituteofanalytics.org::dcc44ee8-6a65-4538-a5e1-c87e14ca7a61" providerId="AD" clId="Web-{79E99A0B-E89E-FE9B-ACD5-3761BDB18D36}" dt="2023-10-06T08:07:11.971" v="1389" actId="20577"/>
        <pc:sldMkLst>
          <pc:docMk/>
          <pc:sldMk cId="534715058" sldId="427"/>
        </pc:sldMkLst>
        <pc:spChg chg="mod">
          <ac:chgData name="Suraj Chopade" userId="S::suraj.chopade@bostoninstituteofanalytics.org::dcc44ee8-6a65-4538-a5e1-c87e14ca7a61" providerId="AD" clId="Web-{79E99A0B-E89E-FE9B-ACD5-3761BDB18D36}" dt="2023-10-06T08:07:11.971" v="1389" actId="20577"/>
          <ac:spMkLst>
            <pc:docMk/>
            <pc:sldMk cId="534715058" sldId="427"/>
            <ac:spMk id="4" creationId="{2086DAE7-4184-13BD-A374-B3B74CFBF5D7}"/>
          </ac:spMkLst>
        </pc:spChg>
        <pc:picChg chg="del">
          <ac:chgData name="Suraj Chopade" userId="S::suraj.chopade@bostoninstituteofanalytics.org::dcc44ee8-6a65-4538-a5e1-c87e14ca7a61" providerId="AD" clId="Web-{79E99A0B-E89E-FE9B-ACD5-3761BDB18D36}" dt="2023-10-06T08:04:07.994" v="1372"/>
          <ac:picMkLst>
            <pc:docMk/>
            <pc:sldMk cId="534715058" sldId="427"/>
            <ac:picMk id="2" creationId="{40B904C5-795D-16F4-7A38-7CBA112F0CEC}"/>
          </ac:picMkLst>
        </pc:picChg>
        <pc:picChg chg="add mod modCrop">
          <ac:chgData name="Suraj Chopade" userId="S::suraj.chopade@bostoninstituteofanalytics.org::dcc44ee8-6a65-4538-a5e1-c87e14ca7a61" providerId="AD" clId="Web-{79E99A0B-E89E-FE9B-ACD5-3761BDB18D36}" dt="2023-10-06T08:06:42.768" v="1386" actId="1076"/>
          <ac:picMkLst>
            <pc:docMk/>
            <pc:sldMk cId="534715058" sldId="427"/>
            <ac:picMk id="3" creationId="{8FBB3B13-9D89-1E5F-F360-1770BDBAE313}"/>
          </ac:picMkLst>
        </pc:picChg>
      </pc:sldChg>
      <pc:sldChg chg="addSp delSp modSp add del replId">
        <pc:chgData name="Suraj Chopade" userId="S::suraj.chopade@bostoninstituteofanalytics.org::dcc44ee8-6a65-4538-a5e1-c87e14ca7a61" providerId="AD" clId="Web-{79E99A0B-E89E-FE9B-ACD5-3761BDB18D36}" dt="2023-10-06T08:16:35.197" v="1433"/>
        <pc:sldMkLst>
          <pc:docMk/>
          <pc:sldMk cId="2012388065" sldId="428"/>
        </pc:sldMkLst>
        <pc:spChg chg="mod">
          <ac:chgData name="Suraj Chopade" userId="S::suraj.chopade@bostoninstituteofanalytics.org::dcc44ee8-6a65-4538-a5e1-c87e14ca7a61" providerId="AD" clId="Web-{79E99A0B-E89E-FE9B-ACD5-3761BDB18D36}" dt="2023-10-06T08:16:05.962" v="1428" actId="14100"/>
          <ac:spMkLst>
            <pc:docMk/>
            <pc:sldMk cId="2012388065" sldId="428"/>
            <ac:spMk id="4" creationId="{2086DAE7-4184-13BD-A374-B3B74CFBF5D7}"/>
          </ac:spMkLst>
        </pc:spChg>
        <pc:spChg chg="mod">
          <ac:chgData name="Suraj Chopade" userId="S::suraj.chopade@bostoninstituteofanalytics.org::dcc44ee8-6a65-4538-a5e1-c87e14ca7a61" providerId="AD" clId="Web-{79E99A0B-E89E-FE9B-ACD5-3761BDB18D36}" dt="2023-10-06T08:07:57.659" v="1397" actId="1076"/>
          <ac:spMkLst>
            <pc:docMk/>
            <pc:sldMk cId="2012388065" sldId="428"/>
            <ac:spMk id="9" creationId="{2FDADD92-4E39-7713-520E-D88B1D53A255}"/>
          </ac:spMkLst>
        </pc:spChg>
        <pc:picChg chg="add del mod">
          <ac:chgData name="Suraj Chopade" userId="S::suraj.chopade@bostoninstituteofanalytics.org::dcc44ee8-6a65-4538-a5e1-c87e14ca7a61" providerId="AD" clId="Web-{79E99A0B-E89E-FE9B-ACD5-3761BDB18D36}" dt="2023-10-06T08:14:28.539" v="1423"/>
          <ac:picMkLst>
            <pc:docMk/>
            <pc:sldMk cId="2012388065" sldId="428"/>
            <ac:picMk id="2" creationId="{85613AE8-1FB6-4F69-DBD0-3A8EBEAFA5FA}"/>
          </ac:picMkLst>
        </pc:picChg>
        <pc:picChg chg="del">
          <ac:chgData name="Suraj Chopade" userId="S::suraj.chopade@bostoninstituteofanalytics.org::dcc44ee8-6a65-4538-a5e1-c87e14ca7a61" providerId="AD" clId="Web-{79E99A0B-E89E-FE9B-ACD5-3761BDB18D36}" dt="2023-10-06T08:13:22.226" v="1398"/>
          <ac:picMkLst>
            <pc:docMk/>
            <pc:sldMk cId="2012388065" sldId="428"/>
            <ac:picMk id="3" creationId="{8FBB3B13-9D89-1E5F-F360-1770BDBAE313}"/>
          </ac:picMkLst>
        </pc:picChg>
        <pc:picChg chg="add del mod">
          <ac:chgData name="Suraj Chopade" userId="S::suraj.chopade@bostoninstituteofanalytics.org::dcc44ee8-6a65-4538-a5e1-c87e14ca7a61" providerId="AD" clId="Web-{79E99A0B-E89E-FE9B-ACD5-3761BDB18D36}" dt="2023-10-06T08:14:34.445" v="1425"/>
          <ac:picMkLst>
            <pc:docMk/>
            <pc:sldMk cId="2012388065" sldId="428"/>
            <ac:picMk id="5" creationId="{36A6EC29-76B7-FC25-1972-F82AD611EBC6}"/>
          </ac:picMkLst>
        </pc:picChg>
        <pc:picChg chg="add mod">
          <ac:chgData name="Suraj Chopade" userId="S::suraj.chopade@bostoninstituteofanalytics.org::dcc44ee8-6a65-4538-a5e1-c87e14ca7a61" providerId="AD" clId="Web-{79E99A0B-E89E-FE9B-ACD5-3761BDB18D36}" dt="2023-10-06T08:16:11.650" v="1431" actId="1076"/>
          <ac:picMkLst>
            <pc:docMk/>
            <pc:sldMk cId="2012388065" sldId="428"/>
            <ac:picMk id="7" creationId="{4CB7DF53-408D-76DE-4E08-9AD3FBD3BBE4}"/>
          </ac:picMkLst>
        </pc:picChg>
      </pc:sldChg>
      <pc:sldChg chg="delSp modSp add replId">
        <pc:chgData name="Suraj Chopade" userId="S::suraj.chopade@bostoninstituteofanalytics.org::dcc44ee8-6a65-4538-a5e1-c87e14ca7a61" providerId="AD" clId="Web-{79E99A0B-E89E-FE9B-ACD5-3761BDB18D36}" dt="2023-10-06T08:23:06.295" v="1476" actId="1076"/>
        <pc:sldMkLst>
          <pc:docMk/>
          <pc:sldMk cId="437294114" sldId="429"/>
        </pc:sldMkLst>
        <pc:spChg chg="mod">
          <ac:chgData name="Suraj Chopade" userId="S::suraj.chopade@bostoninstituteofanalytics.org::dcc44ee8-6a65-4538-a5e1-c87e14ca7a61" providerId="AD" clId="Web-{79E99A0B-E89E-FE9B-ACD5-3761BDB18D36}" dt="2023-10-06T08:22:56.826" v="1473" actId="1076"/>
          <ac:spMkLst>
            <pc:docMk/>
            <pc:sldMk cId="437294114" sldId="429"/>
            <ac:spMk id="4" creationId="{2086DAE7-4184-13BD-A374-B3B74CFBF5D7}"/>
          </ac:spMkLst>
        </pc:spChg>
        <pc:spChg chg="mod">
          <ac:chgData name="Suraj Chopade" userId="S::suraj.chopade@bostoninstituteofanalytics.org::dcc44ee8-6a65-4538-a5e1-c87e14ca7a61" providerId="AD" clId="Web-{79E99A0B-E89E-FE9B-ACD5-3761BDB18D36}" dt="2023-10-06T08:23:06.295" v="1476" actId="1076"/>
          <ac:spMkLst>
            <pc:docMk/>
            <pc:sldMk cId="437294114" sldId="429"/>
            <ac:spMk id="9" creationId="{2FDADD92-4E39-7713-520E-D88B1D53A255}"/>
          </ac:spMkLst>
        </pc:spChg>
        <pc:picChg chg="del">
          <ac:chgData name="Suraj Chopade" userId="S::suraj.chopade@bostoninstituteofanalytics.org::dcc44ee8-6a65-4538-a5e1-c87e14ca7a61" providerId="AD" clId="Web-{79E99A0B-E89E-FE9B-ACD5-3761BDB18D36}" dt="2023-10-06T08:22:11.248" v="1454"/>
          <ac:picMkLst>
            <pc:docMk/>
            <pc:sldMk cId="437294114" sldId="429"/>
            <ac:picMk id="7" creationId="{4CB7DF53-408D-76DE-4E08-9AD3FBD3BBE4}"/>
          </ac:picMkLst>
        </pc:picChg>
      </pc:sldChg>
      <pc:sldChg chg="addSp modSp add replId">
        <pc:chgData name="Suraj Chopade" userId="S::suraj.chopade@bostoninstituteofanalytics.org::dcc44ee8-6a65-4538-a5e1-c87e14ca7a61" providerId="AD" clId="Web-{79E99A0B-E89E-FE9B-ACD5-3761BDB18D36}" dt="2023-10-06T08:39:04.150" v="1609" actId="1076"/>
        <pc:sldMkLst>
          <pc:docMk/>
          <pc:sldMk cId="2327297602" sldId="430"/>
        </pc:sldMkLst>
        <pc:spChg chg="add mod">
          <ac:chgData name="Suraj Chopade" userId="S::suraj.chopade@bostoninstituteofanalytics.org::dcc44ee8-6a65-4538-a5e1-c87e14ca7a61" providerId="AD" clId="Web-{79E99A0B-E89E-FE9B-ACD5-3761BDB18D36}" dt="2023-10-06T08:37:53.649" v="1605" actId="14100"/>
          <ac:spMkLst>
            <pc:docMk/>
            <pc:sldMk cId="2327297602" sldId="430"/>
            <ac:spMk id="3" creationId="{38C023BB-7C4D-CA80-60BE-5DC072DFDA23}"/>
          </ac:spMkLst>
        </pc:spChg>
        <pc:spChg chg="mod">
          <ac:chgData name="Suraj Chopade" userId="S::suraj.chopade@bostoninstituteofanalytics.org::dcc44ee8-6a65-4538-a5e1-c87e14ca7a61" providerId="AD" clId="Web-{79E99A0B-E89E-FE9B-ACD5-3761BDB18D36}" dt="2023-10-06T08:38:37.416" v="1608"/>
          <ac:spMkLst>
            <pc:docMk/>
            <pc:sldMk cId="2327297602" sldId="430"/>
            <ac:spMk id="4" creationId="{2086DAE7-4184-13BD-A374-B3B74CFBF5D7}"/>
          </ac:spMkLst>
        </pc:spChg>
        <pc:spChg chg="mod">
          <ac:chgData name="Suraj Chopade" userId="S::suraj.chopade@bostoninstituteofanalytics.org::dcc44ee8-6a65-4538-a5e1-c87e14ca7a61" providerId="AD" clId="Web-{79E99A0B-E89E-FE9B-ACD5-3761BDB18D36}" dt="2023-10-06T08:39:04.150" v="1609" actId="1076"/>
          <ac:spMkLst>
            <pc:docMk/>
            <pc:sldMk cId="2327297602" sldId="430"/>
            <ac:spMk id="9" creationId="{2FDADD92-4E39-7713-520E-D88B1D53A255}"/>
          </ac:spMkLst>
        </pc:spChg>
        <pc:picChg chg="add mod">
          <ac:chgData name="Suraj Chopade" userId="S::suraj.chopade@bostoninstituteofanalytics.org::dcc44ee8-6a65-4538-a5e1-c87e14ca7a61" providerId="AD" clId="Web-{79E99A0B-E89E-FE9B-ACD5-3761BDB18D36}" dt="2023-10-06T08:37:59.571" v="1606" actId="1076"/>
          <ac:picMkLst>
            <pc:docMk/>
            <pc:sldMk cId="2327297602" sldId="430"/>
            <ac:picMk id="2" creationId="{44D11193-9C3D-4692-5192-EB7B90C2A9D1}"/>
          </ac:picMkLst>
        </pc:picChg>
        <pc:picChg chg="mod">
          <ac:chgData name="Suraj Chopade" userId="S::suraj.chopade@bostoninstituteofanalytics.org::dcc44ee8-6a65-4538-a5e1-c87e14ca7a61" providerId="AD" clId="Web-{79E99A0B-E89E-FE9B-ACD5-3761BDB18D36}" dt="2023-10-06T08:30:22.957" v="1561" actId="1076"/>
          <ac:picMkLst>
            <pc:docMk/>
            <pc:sldMk cId="2327297602" sldId="430"/>
            <ac:picMk id="6" creationId="{00000000-0000-0000-0000-000000000000}"/>
          </ac:picMkLst>
        </pc:picChg>
      </pc:sldChg>
      <pc:sldChg chg="addSp delSp modSp add replId">
        <pc:chgData name="Suraj Chopade" userId="S::suraj.chopade@bostoninstituteofanalytics.org::dcc44ee8-6a65-4538-a5e1-c87e14ca7a61" providerId="AD" clId="Web-{79E99A0B-E89E-FE9B-ACD5-3761BDB18D36}" dt="2023-10-06T08:43:26.091" v="1657" actId="1076"/>
        <pc:sldMkLst>
          <pc:docMk/>
          <pc:sldMk cId="1635862421" sldId="431"/>
        </pc:sldMkLst>
        <pc:spChg chg="del">
          <ac:chgData name="Suraj Chopade" userId="S::suraj.chopade@bostoninstituteofanalytics.org::dcc44ee8-6a65-4538-a5e1-c87e14ca7a61" providerId="AD" clId="Web-{79E99A0B-E89E-FE9B-ACD5-3761BDB18D36}" dt="2023-10-06T08:40:20.542" v="1622"/>
          <ac:spMkLst>
            <pc:docMk/>
            <pc:sldMk cId="1635862421" sldId="431"/>
            <ac:spMk id="3" creationId="{38C023BB-7C4D-CA80-60BE-5DC072DFDA23}"/>
          </ac:spMkLst>
        </pc:spChg>
        <pc:spChg chg="mod">
          <ac:chgData name="Suraj Chopade" userId="S::suraj.chopade@bostoninstituteofanalytics.org::dcc44ee8-6a65-4538-a5e1-c87e14ca7a61" providerId="AD" clId="Web-{79E99A0B-E89E-FE9B-ACD5-3761BDB18D36}" dt="2023-10-06T08:43:26.091" v="1657" actId="1076"/>
          <ac:spMkLst>
            <pc:docMk/>
            <pc:sldMk cId="1635862421" sldId="431"/>
            <ac:spMk id="4" creationId="{2086DAE7-4184-13BD-A374-B3B74CFBF5D7}"/>
          </ac:spMkLst>
        </pc:spChg>
        <pc:spChg chg="mod">
          <ac:chgData name="Suraj Chopade" userId="S::suraj.chopade@bostoninstituteofanalytics.org::dcc44ee8-6a65-4538-a5e1-c87e14ca7a61" providerId="AD" clId="Web-{79E99A0B-E89E-FE9B-ACD5-3761BDB18D36}" dt="2023-10-06T08:42:48.700" v="1648" actId="1076"/>
          <ac:spMkLst>
            <pc:docMk/>
            <pc:sldMk cId="1635862421" sldId="431"/>
            <ac:spMk id="9" creationId="{2FDADD92-4E39-7713-520E-D88B1D53A255}"/>
          </ac:spMkLst>
        </pc:spChg>
        <pc:picChg chg="del">
          <ac:chgData name="Suraj Chopade" userId="S::suraj.chopade@bostoninstituteofanalytics.org::dcc44ee8-6a65-4538-a5e1-c87e14ca7a61" providerId="AD" clId="Web-{79E99A0B-E89E-FE9B-ACD5-3761BDB18D36}" dt="2023-10-06T08:40:13.479" v="1621"/>
          <ac:picMkLst>
            <pc:docMk/>
            <pc:sldMk cId="1635862421" sldId="431"/>
            <ac:picMk id="2" creationId="{44D11193-9C3D-4692-5192-EB7B90C2A9D1}"/>
          </ac:picMkLst>
        </pc:picChg>
        <pc:picChg chg="add mod modCrop">
          <ac:chgData name="Suraj Chopade" userId="S::suraj.chopade@bostoninstituteofanalytics.org::dcc44ee8-6a65-4538-a5e1-c87e14ca7a61" providerId="AD" clId="Web-{79E99A0B-E89E-FE9B-ACD5-3761BDB18D36}" dt="2023-10-06T08:43:17.059" v="1655" actId="1076"/>
          <ac:picMkLst>
            <pc:docMk/>
            <pc:sldMk cId="1635862421" sldId="431"/>
            <ac:picMk id="5" creationId="{85AC0149-59A8-F811-A337-972A741A9CCB}"/>
          </ac:picMkLst>
        </pc:picChg>
      </pc:sldChg>
      <pc:sldChg chg="delSp modSp add replId">
        <pc:chgData name="Suraj Chopade" userId="S::suraj.chopade@bostoninstituteofanalytics.org::dcc44ee8-6a65-4538-a5e1-c87e14ca7a61" providerId="AD" clId="Web-{79E99A0B-E89E-FE9B-ACD5-3761BDB18D36}" dt="2023-10-06T09:22:00.409" v="1743" actId="1076"/>
        <pc:sldMkLst>
          <pc:docMk/>
          <pc:sldMk cId="728911902" sldId="432"/>
        </pc:sldMkLst>
        <pc:spChg chg="mod">
          <ac:chgData name="Suraj Chopade" userId="S::suraj.chopade@bostoninstituteofanalytics.org::dcc44ee8-6a65-4538-a5e1-c87e14ca7a61" providerId="AD" clId="Web-{79E99A0B-E89E-FE9B-ACD5-3761BDB18D36}" dt="2023-10-06T09:14:26.779" v="1690" actId="1076"/>
          <ac:spMkLst>
            <pc:docMk/>
            <pc:sldMk cId="728911902" sldId="432"/>
            <ac:spMk id="4" creationId="{2086DAE7-4184-13BD-A374-B3B74CFBF5D7}"/>
          </ac:spMkLst>
        </pc:spChg>
        <pc:spChg chg="mod">
          <ac:chgData name="Suraj Chopade" userId="S::suraj.chopade@bostoninstituteofanalytics.org::dcc44ee8-6a65-4538-a5e1-c87e14ca7a61" providerId="AD" clId="Web-{79E99A0B-E89E-FE9B-ACD5-3761BDB18D36}" dt="2023-10-06T09:22:00.409" v="1743" actId="1076"/>
          <ac:spMkLst>
            <pc:docMk/>
            <pc:sldMk cId="728911902" sldId="432"/>
            <ac:spMk id="9" creationId="{2FDADD92-4E39-7713-520E-D88B1D53A255}"/>
          </ac:spMkLst>
        </pc:spChg>
        <pc:picChg chg="del">
          <ac:chgData name="Suraj Chopade" userId="S::suraj.chopade@bostoninstituteofanalytics.org::dcc44ee8-6a65-4538-a5e1-c87e14ca7a61" providerId="AD" clId="Web-{79E99A0B-E89E-FE9B-ACD5-3761BDB18D36}" dt="2023-10-06T08:48:50.485" v="1673"/>
          <ac:picMkLst>
            <pc:docMk/>
            <pc:sldMk cId="728911902" sldId="432"/>
            <ac:picMk id="5" creationId="{85AC0149-59A8-F811-A337-972A741A9CCB}"/>
          </ac:picMkLst>
        </pc:picChg>
      </pc:sldChg>
      <pc:sldChg chg="addSp delSp modSp add ord replId">
        <pc:chgData name="Suraj Chopade" userId="S::suraj.chopade@bostoninstituteofanalytics.org::dcc44ee8-6a65-4538-a5e1-c87e14ca7a61" providerId="AD" clId="Web-{79E99A0B-E89E-FE9B-ACD5-3761BDB18D36}" dt="2023-10-06T09:22:04.128" v="1744" actId="1076"/>
        <pc:sldMkLst>
          <pc:docMk/>
          <pc:sldMk cId="2124791131" sldId="433"/>
        </pc:sldMkLst>
        <pc:spChg chg="mod">
          <ac:chgData name="Suraj Chopade" userId="S::suraj.chopade@bostoninstituteofanalytics.org::dcc44ee8-6a65-4538-a5e1-c87e14ca7a61" providerId="AD" clId="Web-{79E99A0B-E89E-FE9B-ACD5-3761BDB18D36}" dt="2023-10-06T09:21:38.347" v="1739" actId="14100"/>
          <ac:spMkLst>
            <pc:docMk/>
            <pc:sldMk cId="2124791131" sldId="433"/>
            <ac:spMk id="4" creationId="{2086DAE7-4184-13BD-A374-B3B74CFBF5D7}"/>
          </ac:spMkLst>
        </pc:spChg>
        <pc:spChg chg="mod">
          <ac:chgData name="Suraj Chopade" userId="S::suraj.chopade@bostoninstituteofanalytics.org::dcc44ee8-6a65-4538-a5e1-c87e14ca7a61" providerId="AD" clId="Web-{79E99A0B-E89E-FE9B-ACD5-3761BDB18D36}" dt="2023-10-06T09:22:04.128" v="1744" actId="1076"/>
          <ac:spMkLst>
            <pc:docMk/>
            <pc:sldMk cId="2124791131" sldId="433"/>
            <ac:spMk id="9" creationId="{2FDADD92-4E39-7713-520E-D88B1D53A255}"/>
          </ac:spMkLst>
        </pc:spChg>
        <pc:picChg chg="add mod">
          <ac:chgData name="Suraj Chopade" userId="S::suraj.chopade@bostoninstituteofanalytics.org::dcc44ee8-6a65-4538-a5e1-c87e14ca7a61" providerId="AD" clId="Web-{79E99A0B-E89E-FE9B-ACD5-3761BDB18D36}" dt="2023-10-06T09:21:45.831" v="1742" actId="1076"/>
          <ac:picMkLst>
            <pc:docMk/>
            <pc:sldMk cId="2124791131" sldId="433"/>
            <ac:picMk id="2" creationId="{9058DE11-7EAE-03A4-6CA1-662F68D0150F}"/>
          </ac:picMkLst>
        </pc:picChg>
        <pc:picChg chg="del">
          <ac:chgData name="Suraj Chopade" userId="S::suraj.chopade@bostoninstituteofanalytics.org::dcc44ee8-6a65-4538-a5e1-c87e14ca7a61" providerId="AD" clId="Web-{79E99A0B-E89E-FE9B-ACD5-3761BDB18D36}" dt="2023-10-06T09:19:50.658" v="1714"/>
          <ac:picMkLst>
            <pc:docMk/>
            <pc:sldMk cId="2124791131" sldId="433"/>
            <ac:picMk id="5" creationId="{85AC0149-59A8-F811-A337-972A741A9CCB}"/>
          </ac:picMkLst>
        </pc:picChg>
      </pc:sldChg>
      <pc:sldChg chg="delSp modSp add replId">
        <pc:chgData name="Suraj Chopade" userId="S::suraj.chopade@bostoninstituteofanalytics.org::dcc44ee8-6a65-4538-a5e1-c87e14ca7a61" providerId="AD" clId="Web-{79E99A0B-E89E-FE9B-ACD5-3761BDB18D36}" dt="2023-10-06T09:25:34.646" v="1796" actId="14100"/>
        <pc:sldMkLst>
          <pc:docMk/>
          <pc:sldMk cId="1863556272" sldId="434"/>
        </pc:sldMkLst>
        <pc:spChg chg="mod">
          <ac:chgData name="Suraj Chopade" userId="S::suraj.chopade@bostoninstituteofanalytics.org::dcc44ee8-6a65-4538-a5e1-c87e14ca7a61" providerId="AD" clId="Web-{79E99A0B-E89E-FE9B-ACD5-3761BDB18D36}" dt="2023-10-06T09:25:34.646" v="1796" actId="14100"/>
          <ac:spMkLst>
            <pc:docMk/>
            <pc:sldMk cId="1863556272" sldId="434"/>
            <ac:spMk id="4" creationId="{2086DAE7-4184-13BD-A374-B3B74CFBF5D7}"/>
          </ac:spMkLst>
        </pc:spChg>
        <pc:spChg chg="mod">
          <ac:chgData name="Suraj Chopade" userId="S::suraj.chopade@bostoninstituteofanalytics.org::dcc44ee8-6a65-4538-a5e1-c87e14ca7a61" providerId="AD" clId="Web-{79E99A0B-E89E-FE9B-ACD5-3761BDB18D36}" dt="2023-10-06T09:23:14.254" v="1759" actId="1076"/>
          <ac:spMkLst>
            <pc:docMk/>
            <pc:sldMk cId="1863556272" sldId="434"/>
            <ac:spMk id="9" creationId="{2FDADD92-4E39-7713-520E-D88B1D53A255}"/>
          </ac:spMkLst>
        </pc:spChg>
        <pc:picChg chg="del">
          <ac:chgData name="Suraj Chopade" userId="S::suraj.chopade@bostoninstituteofanalytics.org::dcc44ee8-6a65-4538-a5e1-c87e14ca7a61" providerId="AD" clId="Web-{79E99A0B-E89E-FE9B-ACD5-3761BDB18D36}" dt="2023-10-06T09:23:15.879" v="1760"/>
          <ac:picMkLst>
            <pc:docMk/>
            <pc:sldMk cId="1863556272" sldId="434"/>
            <ac:picMk id="2" creationId="{9058DE11-7EAE-03A4-6CA1-662F68D0150F}"/>
          </ac:picMkLst>
        </pc:picChg>
      </pc:sldChg>
      <pc:sldChg chg="addSp modSp add replId">
        <pc:chgData name="Suraj Chopade" userId="S::suraj.chopade@bostoninstituteofanalytics.org::dcc44ee8-6a65-4538-a5e1-c87e14ca7a61" providerId="AD" clId="Web-{79E99A0B-E89E-FE9B-ACD5-3761BDB18D36}" dt="2023-10-06T09:28:31.539" v="1827" actId="1076"/>
        <pc:sldMkLst>
          <pc:docMk/>
          <pc:sldMk cId="411251168" sldId="435"/>
        </pc:sldMkLst>
        <pc:spChg chg="mod">
          <ac:chgData name="Suraj Chopade" userId="S::suraj.chopade@bostoninstituteofanalytics.org::dcc44ee8-6a65-4538-a5e1-c87e14ca7a61" providerId="AD" clId="Web-{79E99A0B-E89E-FE9B-ACD5-3761BDB18D36}" dt="2023-10-06T09:28:26.695" v="1826" actId="1076"/>
          <ac:spMkLst>
            <pc:docMk/>
            <pc:sldMk cId="411251168" sldId="435"/>
            <ac:spMk id="4" creationId="{2086DAE7-4184-13BD-A374-B3B74CFBF5D7}"/>
          </ac:spMkLst>
        </pc:spChg>
        <pc:spChg chg="mod">
          <ac:chgData name="Suraj Chopade" userId="S::suraj.chopade@bostoninstituteofanalytics.org::dcc44ee8-6a65-4538-a5e1-c87e14ca7a61" providerId="AD" clId="Web-{79E99A0B-E89E-FE9B-ACD5-3761BDB18D36}" dt="2023-10-06T09:27:34.039" v="1817" actId="1076"/>
          <ac:spMkLst>
            <pc:docMk/>
            <pc:sldMk cId="411251168" sldId="435"/>
            <ac:spMk id="9" creationId="{2FDADD92-4E39-7713-520E-D88B1D53A255}"/>
          </ac:spMkLst>
        </pc:spChg>
        <pc:picChg chg="add mod">
          <ac:chgData name="Suraj Chopade" userId="S::suraj.chopade@bostoninstituteofanalytics.org::dcc44ee8-6a65-4538-a5e1-c87e14ca7a61" providerId="AD" clId="Web-{79E99A0B-E89E-FE9B-ACD5-3761BDB18D36}" dt="2023-10-06T09:28:31.539" v="1827" actId="1076"/>
          <ac:picMkLst>
            <pc:docMk/>
            <pc:sldMk cId="411251168" sldId="435"/>
            <ac:picMk id="2" creationId="{EDB9DACE-BB74-AA08-7D00-D574FAF89D0B}"/>
          </ac:picMkLst>
        </pc:picChg>
      </pc:sldChg>
      <pc:sldChg chg="add del replId">
        <pc:chgData name="Suraj Chopade" userId="S::suraj.chopade@bostoninstituteofanalytics.org::dcc44ee8-6a65-4538-a5e1-c87e14ca7a61" providerId="AD" clId="Web-{79E99A0B-E89E-FE9B-ACD5-3761BDB18D36}" dt="2023-10-06T09:23:22.598" v="1764"/>
        <pc:sldMkLst>
          <pc:docMk/>
          <pc:sldMk cId="4250501126" sldId="435"/>
        </pc:sldMkLst>
      </pc:sldChg>
      <pc:sldChg chg="add ord replId">
        <pc:chgData name="Suraj Chopade" userId="S::suraj.chopade@bostoninstituteofanalytics.org::dcc44ee8-6a65-4538-a5e1-c87e14ca7a61" providerId="AD" clId="Web-{79E99A0B-E89E-FE9B-ACD5-3761BDB18D36}" dt="2023-10-06T09:27:00.163" v="1816"/>
        <pc:sldMkLst>
          <pc:docMk/>
          <pc:sldMk cId="3427110777" sldId="436"/>
        </pc:sldMkLst>
      </pc:sldChg>
      <pc:sldChg chg="delSp modSp add replId">
        <pc:chgData name="Suraj Chopade" userId="S::suraj.chopade@bostoninstituteofanalytics.org::dcc44ee8-6a65-4538-a5e1-c87e14ca7a61" providerId="AD" clId="Web-{79E99A0B-E89E-FE9B-ACD5-3761BDB18D36}" dt="2023-10-06T09:30:34.181" v="1868" actId="20577"/>
        <pc:sldMkLst>
          <pc:docMk/>
          <pc:sldMk cId="2873889658" sldId="437"/>
        </pc:sldMkLst>
        <pc:spChg chg="mod">
          <ac:chgData name="Suraj Chopade" userId="S::suraj.chopade@bostoninstituteofanalytics.org::dcc44ee8-6a65-4538-a5e1-c87e14ca7a61" providerId="AD" clId="Web-{79E99A0B-E89E-FE9B-ACD5-3761BDB18D36}" dt="2023-10-06T09:30:34.181" v="1868" actId="20577"/>
          <ac:spMkLst>
            <pc:docMk/>
            <pc:sldMk cId="2873889658" sldId="437"/>
            <ac:spMk id="4" creationId="{2086DAE7-4184-13BD-A374-B3B74CFBF5D7}"/>
          </ac:spMkLst>
        </pc:spChg>
        <pc:picChg chg="del">
          <ac:chgData name="Suraj Chopade" userId="S::suraj.chopade@bostoninstituteofanalytics.org::dcc44ee8-6a65-4538-a5e1-c87e14ca7a61" providerId="AD" clId="Web-{79E99A0B-E89E-FE9B-ACD5-3761BDB18D36}" dt="2023-10-06T09:29:02.696" v="1834"/>
          <ac:picMkLst>
            <pc:docMk/>
            <pc:sldMk cId="2873889658" sldId="437"/>
            <ac:picMk id="2" creationId="{EDB9DACE-BB74-AA08-7D00-D574FAF89D0B}"/>
          </ac:picMkLst>
        </pc:picChg>
      </pc:sldChg>
    </pc:docChg>
  </pc:docChgLst>
  <pc:docChgLst>
    <pc:chgData name="Suraj Chopade" userId="S::suraj.chopade@bostoninstituteofanalytics.org::dcc44ee8-6a65-4538-a5e1-c87e14ca7a61" providerId="AD" clId="Web-{DE2F2589-63B9-31AE-8194-D68B842536A8}"/>
    <pc:docChg chg="delSld modSld">
      <pc:chgData name="Suraj Chopade" userId="S::suraj.chopade@bostoninstituteofanalytics.org::dcc44ee8-6a65-4538-a5e1-c87e14ca7a61" providerId="AD" clId="Web-{DE2F2589-63B9-31AE-8194-D68B842536A8}" dt="2023-10-12T08:25:02.289" v="8"/>
      <pc:docMkLst>
        <pc:docMk/>
      </pc:docMkLst>
      <pc:sldChg chg="delSp">
        <pc:chgData name="Suraj Chopade" userId="S::suraj.chopade@bostoninstituteofanalytics.org::dcc44ee8-6a65-4538-a5e1-c87e14ca7a61" providerId="AD" clId="Web-{DE2F2589-63B9-31AE-8194-D68B842536A8}" dt="2023-10-12T08:24:59.726" v="7"/>
        <pc:sldMkLst>
          <pc:docMk/>
          <pc:sldMk cId="2503897231" sldId="283"/>
        </pc:sldMkLst>
        <pc:picChg chg="del">
          <ac:chgData name="Suraj Chopade" userId="S::suraj.chopade@bostoninstituteofanalytics.org::dcc44ee8-6a65-4538-a5e1-c87e14ca7a61" providerId="AD" clId="Web-{DE2F2589-63B9-31AE-8194-D68B842536A8}" dt="2023-10-12T08:24:59.726" v="7"/>
          <ac:picMkLst>
            <pc:docMk/>
            <pc:sldMk cId="2503897231" sldId="283"/>
            <ac:picMk id="6" creationId="{00000000-0000-0000-0000-000000000000}"/>
          </ac:picMkLst>
        </pc:picChg>
      </pc:sldChg>
      <pc:sldChg chg="delSp">
        <pc:chgData name="Suraj Chopade" userId="S::suraj.chopade@bostoninstituteofanalytics.org::dcc44ee8-6a65-4538-a5e1-c87e14ca7a61" providerId="AD" clId="Web-{DE2F2589-63B9-31AE-8194-D68B842536A8}" dt="2023-10-12T08:25:02.289" v="8"/>
        <pc:sldMkLst>
          <pc:docMk/>
          <pc:sldMk cId="4059647043" sldId="408"/>
        </pc:sldMkLst>
        <pc:picChg chg="del">
          <ac:chgData name="Suraj Chopade" userId="S::suraj.chopade@bostoninstituteofanalytics.org::dcc44ee8-6a65-4538-a5e1-c87e14ca7a61" providerId="AD" clId="Web-{DE2F2589-63B9-31AE-8194-D68B842536A8}" dt="2023-10-12T08:25:02.289" v="8"/>
          <ac:picMkLst>
            <pc:docMk/>
            <pc:sldMk cId="4059647043" sldId="408"/>
            <ac:picMk id="6" creationId="{00000000-0000-0000-0000-000000000000}"/>
          </ac:picMkLst>
        </pc:picChg>
      </pc:sldChg>
      <pc:sldChg chg="del">
        <pc:chgData name="Suraj Chopade" userId="S::suraj.chopade@bostoninstituteofanalytics.org::dcc44ee8-6a65-4538-a5e1-c87e14ca7a61" providerId="AD" clId="Web-{DE2F2589-63B9-31AE-8194-D68B842536A8}" dt="2023-10-12T08:24:57.773" v="6"/>
        <pc:sldMkLst>
          <pc:docMk/>
          <pc:sldMk cId="2004310942" sldId="497"/>
        </pc:sldMkLst>
      </pc:sldChg>
      <pc:sldChg chg="del">
        <pc:chgData name="Suraj Chopade" userId="S::suraj.chopade@bostoninstituteofanalytics.org::dcc44ee8-6a65-4538-a5e1-c87e14ca7a61" providerId="AD" clId="Web-{DE2F2589-63B9-31AE-8194-D68B842536A8}" dt="2023-10-12T08:24:57.773" v="5"/>
        <pc:sldMkLst>
          <pc:docMk/>
          <pc:sldMk cId="988374458" sldId="498"/>
        </pc:sldMkLst>
      </pc:sldChg>
      <pc:sldChg chg="del">
        <pc:chgData name="Suraj Chopade" userId="S::suraj.chopade@bostoninstituteofanalytics.org::dcc44ee8-6a65-4538-a5e1-c87e14ca7a61" providerId="AD" clId="Web-{DE2F2589-63B9-31AE-8194-D68B842536A8}" dt="2023-10-12T08:24:57.773" v="4"/>
        <pc:sldMkLst>
          <pc:docMk/>
          <pc:sldMk cId="578900116" sldId="499"/>
        </pc:sldMkLst>
      </pc:sldChg>
      <pc:sldChg chg="del">
        <pc:chgData name="Suraj Chopade" userId="S::suraj.chopade@bostoninstituteofanalytics.org::dcc44ee8-6a65-4538-a5e1-c87e14ca7a61" providerId="AD" clId="Web-{DE2F2589-63B9-31AE-8194-D68B842536A8}" dt="2023-10-12T08:24:57.773" v="3"/>
        <pc:sldMkLst>
          <pc:docMk/>
          <pc:sldMk cId="1360406204" sldId="500"/>
        </pc:sldMkLst>
      </pc:sldChg>
      <pc:sldChg chg="del">
        <pc:chgData name="Suraj Chopade" userId="S::suraj.chopade@bostoninstituteofanalytics.org::dcc44ee8-6a65-4538-a5e1-c87e14ca7a61" providerId="AD" clId="Web-{DE2F2589-63B9-31AE-8194-D68B842536A8}" dt="2023-10-12T08:24:57.758" v="1"/>
        <pc:sldMkLst>
          <pc:docMk/>
          <pc:sldMk cId="518322288" sldId="501"/>
        </pc:sldMkLst>
      </pc:sldChg>
      <pc:sldChg chg="del">
        <pc:chgData name="Suraj Chopade" userId="S::suraj.chopade@bostoninstituteofanalytics.org::dcc44ee8-6a65-4538-a5e1-c87e14ca7a61" providerId="AD" clId="Web-{DE2F2589-63B9-31AE-8194-D68B842536A8}" dt="2023-10-12T08:24:57.758" v="0"/>
        <pc:sldMkLst>
          <pc:docMk/>
          <pc:sldMk cId="2194005509" sldId="502"/>
        </pc:sldMkLst>
      </pc:sldChg>
      <pc:sldChg chg="del">
        <pc:chgData name="Suraj Chopade" userId="S::suraj.chopade@bostoninstituteofanalytics.org::dcc44ee8-6a65-4538-a5e1-c87e14ca7a61" providerId="AD" clId="Web-{DE2F2589-63B9-31AE-8194-D68B842536A8}" dt="2023-10-12T08:24:57.758" v="2"/>
        <pc:sldMkLst>
          <pc:docMk/>
          <pc:sldMk cId="1122122428" sldId="503"/>
        </pc:sldMkLst>
      </pc:sldChg>
    </pc:docChg>
  </pc:docChgLst>
  <pc:docChgLst>
    <pc:chgData name="Suraj Chopade" userId="S::suraj.chopade@bostoninstituteofanalytics.org::dcc44ee8-6a65-4538-a5e1-c87e14ca7a61" providerId="AD" clId="Web-{BE8B31AD-17A0-A9EB-CBAF-D68EB346CC85}"/>
    <pc:docChg chg="addSld modSld">
      <pc:chgData name="Suraj Chopade" userId="S::suraj.chopade@bostoninstituteofanalytics.org::dcc44ee8-6a65-4538-a5e1-c87e14ca7a61" providerId="AD" clId="Web-{BE8B31AD-17A0-A9EB-CBAF-D68EB346CC85}" dt="2023-10-09T11:04:41.261" v="137" actId="20577"/>
      <pc:docMkLst>
        <pc:docMk/>
      </pc:docMkLst>
      <pc:sldChg chg="addSp delSp modSp add replId">
        <pc:chgData name="Suraj Chopade" userId="S::suraj.chopade@bostoninstituteofanalytics.org::dcc44ee8-6a65-4538-a5e1-c87e14ca7a61" providerId="AD" clId="Web-{BE8B31AD-17A0-A9EB-CBAF-D68EB346CC85}" dt="2023-10-09T11:04:41.261" v="137" actId="20577"/>
        <pc:sldMkLst>
          <pc:docMk/>
          <pc:sldMk cId="1513941342" sldId="510"/>
        </pc:sldMkLst>
        <pc:spChg chg="del">
          <ac:chgData name="Suraj Chopade" userId="S::suraj.chopade@bostoninstituteofanalytics.org::dcc44ee8-6a65-4538-a5e1-c87e14ca7a61" providerId="AD" clId="Web-{BE8B31AD-17A0-A9EB-CBAF-D68EB346CC85}" dt="2023-10-09T10:51:29.408" v="21"/>
          <ac:spMkLst>
            <pc:docMk/>
            <pc:sldMk cId="1513941342" sldId="510"/>
            <ac:spMk id="2" creationId="{F7761F45-99CF-5094-8BAE-64DDA34139B5}"/>
          </ac:spMkLst>
        </pc:spChg>
        <pc:spChg chg="add del mod">
          <ac:chgData name="Suraj Chopade" userId="S::suraj.chopade@bostoninstituteofanalytics.org::dcc44ee8-6a65-4538-a5e1-c87e14ca7a61" providerId="AD" clId="Web-{BE8B31AD-17A0-A9EB-CBAF-D68EB346CC85}" dt="2023-10-09T11:00:58.707" v="95"/>
          <ac:spMkLst>
            <pc:docMk/>
            <pc:sldMk cId="1513941342" sldId="510"/>
            <ac:spMk id="3" creationId="{7D5987FB-62B3-B1A1-DC7E-AFFE4B7C5F3F}"/>
          </ac:spMkLst>
        </pc:spChg>
        <pc:spChg chg="add mod">
          <ac:chgData name="Suraj Chopade" userId="S::suraj.chopade@bostoninstituteofanalytics.org::dcc44ee8-6a65-4538-a5e1-c87e14ca7a61" providerId="AD" clId="Web-{BE8B31AD-17A0-A9EB-CBAF-D68EB346CC85}" dt="2023-10-09T11:04:41.261" v="137" actId="20577"/>
          <ac:spMkLst>
            <pc:docMk/>
            <pc:sldMk cId="1513941342" sldId="510"/>
            <ac:spMk id="4" creationId="{2C8C158E-A3B1-BCAE-1FEA-42E41A6AAABC}"/>
          </ac:spMkLst>
        </pc:spChg>
        <pc:spChg chg="add mod">
          <ac:chgData name="Suraj Chopade" userId="S::suraj.chopade@bostoninstituteofanalytics.org::dcc44ee8-6a65-4538-a5e1-c87e14ca7a61" providerId="AD" clId="Web-{BE8B31AD-17A0-A9EB-CBAF-D68EB346CC85}" dt="2023-10-09T11:04:35.464" v="134" actId="20577"/>
          <ac:spMkLst>
            <pc:docMk/>
            <pc:sldMk cId="1513941342" sldId="510"/>
            <ac:spMk id="5" creationId="{FF564845-5FB9-8405-DD3F-1830063297A9}"/>
          </ac:spMkLst>
        </pc:spChg>
        <pc:spChg chg="add del mod">
          <ac:chgData name="Suraj Chopade" userId="S::suraj.chopade@bostoninstituteofanalytics.org::dcc44ee8-6a65-4538-a5e1-c87e14ca7a61" providerId="AD" clId="Web-{BE8B31AD-17A0-A9EB-CBAF-D68EB346CC85}" dt="2023-10-09T11:00:57.176" v="94"/>
          <ac:spMkLst>
            <pc:docMk/>
            <pc:sldMk cId="1513941342" sldId="510"/>
            <ac:spMk id="6" creationId="{6BE56DD0-21EE-AB81-AD2F-62491B78EF28}"/>
          </ac:spMkLst>
        </pc:spChg>
        <pc:spChg chg="add del mod ord">
          <ac:chgData name="Suraj Chopade" userId="S::suraj.chopade@bostoninstituteofanalytics.org::dcc44ee8-6a65-4538-a5e1-c87e14ca7a61" providerId="AD" clId="Web-{BE8B31AD-17A0-A9EB-CBAF-D68EB346CC85}" dt="2023-10-09T11:01:00.051" v="96"/>
          <ac:spMkLst>
            <pc:docMk/>
            <pc:sldMk cId="1513941342" sldId="510"/>
            <ac:spMk id="7" creationId="{9A5692F3-D7EA-5DE9-28CA-D7A84C7A1C57}"/>
          </ac:spMkLst>
        </pc:spChg>
        <pc:spChg chg="add del mod">
          <ac:chgData name="Suraj Chopade" userId="S::suraj.chopade@bostoninstituteofanalytics.org::dcc44ee8-6a65-4538-a5e1-c87e14ca7a61" providerId="AD" clId="Web-{BE8B31AD-17A0-A9EB-CBAF-D68EB346CC85}" dt="2023-10-09T11:01:13.942" v="101"/>
          <ac:spMkLst>
            <pc:docMk/>
            <pc:sldMk cId="1513941342" sldId="510"/>
            <ac:spMk id="8" creationId="{72414E70-E5C1-082D-0170-1BBA47414581}"/>
          </ac:spMkLst>
        </pc:spChg>
        <pc:spChg chg="mod">
          <ac:chgData name="Suraj Chopade" userId="S::suraj.chopade@bostoninstituteofanalytics.org::dcc44ee8-6a65-4538-a5e1-c87e14ca7a61" providerId="AD" clId="Web-{BE8B31AD-17A0-A9EB-CBAF-D68EB346CC85}" dt="2023-10-09T10:51:24.752" v="20" actId="1076"/>
          <ac:spMkLst>
            <pc:docMk/>
            <pc:sldMk cId="1513941342" sldId="510"/>
            <ac:spMk id="9" creationId="{2FDADD92-4E39-7713-520E-D88B1D53A255}"/>
          </ac:spMkLst>
        </pc:spChg>
        <pc:grpChg chg="add mod">
          <ac:chgData name="Suraj Chopade" userId="S::suraj.chopade@bostoninstituteofanalytics.org::dcc44ee8-6a65-4538-a5e1-c87e14ca7a61" providerId="AD" clId="Web-{BE8B31AD-17A0-A9EB-CBAF-D68EB346CC85}" dt="2023-10-09T11:04:06.822" v="128" actId="14100"/>
          <ac:grpSpMkLst>
            <pc:docMk/>
            <pc:sldMk cId="1513941342" sldId="510"/>
            <ac:grpSpMk id="14" creationId="{2E1F6868-96B9-4CD8-FD77-6EFAB6CCA691}"/>
          </ac:grpSpMkLst>
        </pc:grpChg>
        <pc:grpChg chg="add mod">
          <ac:chgData name="Suraj Chopade" userId="S::suraj.chopade@bostoninstituteofanalytics.org::dcc44ee8-6a65-4538-a5e1-c87e14ca7a61" providerId="AD" clId="Web-{BE8B31AD-17A0-A9EB-CBAF-D68EB346CC85}" dt="2023-10-09T11:04:27.026" v="131" actId="1076"/>
          <ac:grpSpMkLst>
            <pc:docMk/>
            <pc:sldMk cId="1513941342" sldId="510"/>
            <ac:grpSpMk id="15" creationId="{02C5791D-154A-3591-E200-72F3CC928457}"/>
          </ac:grpSpMkLst>
        </pc:grpChg>
        <pc:cxnChg chg="add mod">
          <ac:chgData name="Suraj Chopade" userId="S::suraj.chopade@bostoninstituteofanalytics.org::dcc44ee8-6a65-4538-a5e1-c87e14ca7a61" providerId="AD" clId="Web-{BE8B31AD-17A0-A9EB-CBAF-D68EB346CC85}" dt="2023-10-09T11:02:44.554" v="114" actId="14100"/>
          <ac:cxnSpMkLst>
            <pc:docMk/>
            <pc:sldMk cId="1513941342" sldId="510"/>
            <ac:cxnSpMk id="10" creationId="{C2680A28-4DD7-9E5F-CEB0-B6F1C572848E}"/>
          </ac:cxnSpMkLst>
        </pc:cxnChg>
        <pc:cxnChg chg="add mod">
          <ac:chgData name="Suraj Chopade" userId="S::suraj.chopade@bostoninstituteofanalytics.org::dcc44ee8-6a65-4538-a5e1-c87e14ca7a61" providerId="AD" clId="Web-{BE8B31AD-17A0-A9EB-CBAF-D68EB346CC85}" dt="2023-10-09T11:02:32.882" v="113" actId="1076"/>
          <ac:cxnSpMkLst>
            <pc:docMk/>
            <pc:sldMk cId="1513941342" sldId="510"/>
            <ac:cxnSpMk id="11" creationId="{D4BDAB37-2F44-78C6-632E-A85AF294BB08}"/>
          </ac:cxnSpMkLst>
        </pc:cxnChg>
        <pc:cxnChg chg="add mod">
          <ac:chgData name="Suraj Chopade" userId="S::suraj.chopade@bostoninstituteofanalytics.org::dcc44ee8-6a65-4538-a5e1-c87e14ca7a61" providerId="AD" clId="Web-{BE8B31AD-17A0-A9EB-CBAF-D68EB346CC85}" dt="2023-10-09T11:03:17.414" v="120" actId="14100"/>
          <ac:cxnSpMkLst>
            <pc:docMk/>
            <pc:sldMk cId="1513941342" sldId="510"/>
            <ac:cxnSpMk id="12" creationId="{D3E9D2BF-F573-C971-F72F-6964E6A8BD98}"/>
          </ac:cxnSpMkLst>
        </pc:cxnChg>
        <pc:cxnChg chg="add mod">
          <ac:chgData name="Suraj Chopade" userId="S::suraj.chopade@bostoninstituteofanalytics.org::dcc44ee8-6a65-4538-a5e1-c87e14ca7a61" providerId="AD" clId="Web-{BE8B31AD-17A0-A9EB-CBAF-D68EB346CC85}" dt="2023-10-09T11:03:46.603" v="125" actId="14100"/>
          <ac:cxnSpMkLst>
            <pc:docMk/>
            <pc:sldMk cId="1513941342" sldId="510"/>
            <ac:cxnSpMk id="13" creationId="{01173683-A292-BF63-441E-4C75181B6FB4}"/>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10-01-2025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localhost:8888/notebooks/Desktop/Linear%20Regression%20-%20Student%20Performance.ipynb"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Use – </a:t>
            </a:r>
            <a:r>
              <a:rPr lang="en-US" err="1"/>
              <a:t>Jupyter</a:t>
            </a:r>
            <a:r>
              <a:rPr lang="en-US" dirty="0"/>
              <a:t> File for this example - </a:t>
            </a:r>
            <a:r>
              <a:rPr lang="en-US" dirty="0">
                <a:hlinkClick r:id="rId3"/>
              </a:rPr>
              <a:t>Linear Regression - Student Performance.ipynb</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23</a:t>
            </a:fld>
            <a:endParaRPr lang="en-IN"/>
          </a:p>
        </p:txBody>
      </p:sp>
    </p:spTree>
    <p:extLst>
      <p:ext uri="{BB962C8B-B14F-4D97-AF65-F5344CB8AC3E}">
        <p14:creationId xmlns:p14="http://schemas.microsoft.com/office/powerpoint/2010/main" val="173930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24</a:t>
            </a:fld>
            <a:endParaRPr lang="en-IN"/>
          </a:p>
        </p:txBody>
      </p:sp>
    </p:spTree>
    <p:extLst>
      <p:ext uri="{BB962C8B-B14F-4D97-AF65-F5344CB8AC3E}">
        <p14:creationId xmlns:p14="http://schemas.microsoft.com/office/powerpoint/2010/main" val="1331418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25</a:t>
            </a:fld>
            <a:endParaRPr lang="en-IN"/>
          </a:p>
        </p:txBody>
      </p:sp>
    </p:spTree>
    <p:extLst>
      <p:ext uri="{BB962C8B-B14F-4D97-AF65-F5344CB8AC3E}">
        <p14:creationId xmlns:p14="http://schemas.microsoft.com/office/powerpoint/2010/main" val="113060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93EBDD-0FE3-4546-943D-06D6F760FA7E}" type="datetimeFigureOut">
              <a:rPr lang="en-IN" smtClean="0"/>
              <a:t>10-01-2025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pic>
        <p:nvPicPr>
          <p:cNvPr id="7" name="Picture 2">
            <a:extLst>
              <a:ext uri="{FF2B5EF4-FFF2-40B4-BE49-F238E27FC236}">
                <a16:creationId xmlns:a16="http://schemas.microsoft.com/office/drawing/2014/main" id="{917D00DA-6E47-3C9B-8B48-F4CEC894D05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7450" y="136525"/>
            <a:ext cx="734509" cy="8049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C93EBDD-0FE3-4546-943D-06D6F760FA7E}" type="datetimeFigureOut">
              <a:rPr lang="en-IN" smtClean="0"/>
              <a:t>10-01-2025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C93EBDD-0FE3-4546-943D-06D6F760FA7E}" type="datetimeFigureOut">
              <a:rPr lang="en-IN" smtClean="0"/>
              <a:t>10-01-2025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C93EBDD-0FE3-4546-943D-06D6F760FA7E}" type="datetimeFigureOut">
              <a:rPr lang="en-IN" smtClean="0"/>
              <a:t>10-01-2025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93EBDD-0FE3-4546-943D-06D6F760FA7E}" type="datetimeFigureOut">
              <a:rPr lang="en-IN" smtClean="0"/>
              <a:t>10-01-2025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10-01-2025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10-01-2025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3046825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93EBDD-0FE3-4546-943D-06D6F760FA7E}" type="datetimeFigureOut">
              <a:rPr lang="en-IN" smtClean="0"/>
              <a:t>10-01-2025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9841D4-A0C3-4DB6-B311-7C29838D9CF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4400" b="1" dirty="0">
                <a:latin typeface="Calibri"/>
                <a:cs typeface="Calibri"/>
              </a:rPr>
              <a:t>INTRODUCTION TO MACHINE LEARNING AND REGRESSION BASICS</a:t>
            </a:r>
            <a:endParaRPr lang="en-US" dirty="0"/>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2F6A-E89F-45D0-4C37-F8D123D863FF}"/>
              </a:ext>
            </a:extLst>
          </p:cNvPr>
          <p:cNvSpPr>
            <a:spLocks noGrp="1"/>
          </p:cNvSpPr>
          <p:nvPr>
            <p:ph type="title"/>
          </p:nvPr>
        </p:nvSpPr>
        <p:spPr/>
        <p:txBody>
          <a:bodyPr/>
          <a:lstStyle/>
          <a:p>
            <a:r>
              <a:rPr lang="en-US" dirty="0">
                <a:latin typeface="Calibri"/>
                <a:cs typeface="Calibri"/>
              </a:rPr>
              <a:t>Trainer Guidelines for Conducting Class</a:t>
            </a:r>
            <a:endParaRPr lang="en-US" dirty="0"/>
          </a:p>
        </p:txBody>
      </p:sp>
      <p:sp>
        <p:nvSpPr>
          <p:cNvPr id="3" name="Content Placeholder 2">
            <a:extLst>
              <a:ext uri="{FF2B5EF4-FFF2-40B4-BE49-F238E27FC236}">
                <a16:creationId xmlns:a16="http://schemas.microsoft.com/office/drawing/2014/main" id="{9CA356E4-99F9-93BD-8697-B5FE13DDA948}"/>
              </a:ext>
            </a:extLst>
          </p:cNvPr>
          <p:cNvSpPr>
            <a:spLocks noGrp="1"/>
          </p:cNvSpPr>
          <p:nvPr>
            <p:ph idx="1"/>
          </p:nvPr>
        </p:nvSpPr>
        <p:spPr/>
        <p:txBody>
          <a:bodyPr vert="horz" lIns="91440" tIns="45720" rIns="91440" bIns="45720" rtlCol="0" anchor="t">
            <a:normAutofit fontScale="77500" lnSpcReduction="20000"/>
          </a:bodyPr>
          <a:lstStyle/>
          <a:p>
            <a:endParaRPr lang="en-US" dirty="0">
              <a:latin typeface="Calibri"/>
              <a:cs typeface="Calibri"/>
            </a:endParaRPr>
          </a:p>
          <a:p>
            <a:r>
              <a:rPr lang="en-US" dirty="0">
                <a:latin typeface="Calibri"/>
                <a:cs typeface="Calibri"/>
              </a:rPr>
              <a:t>Solve questions live by creating </a:t>
            </a:r>
            <a:r>
              <a:rPr lang="en-US" b="1" dirty="0">
                <a:latin typeface="Calibri"/>
                <a:cs typeface="Calibri"/>
              </a:rPr>
              <a:t>new blank files</a:t>
            </a:r>
            <a:r>
              <a:rPr lang="en-US" dirty="0">
                <a:latin typeface="Calibri"/>
                <a:cs typeface="Calibri"/>
              </a:rPr>
              <a:t> (Excel, Python, </a:t>
            </a:r>
            <a:r>
              <a:rPr lang="en-US" err="1">
                <a:latin typeface="Calibri"/>
                <a:cs typeface="Calibri"/>
              </a:rPr>
              <a:t>Jupyter</a:t>
            </a:r>
            <a:r>
              <a:rPr lang="en-US" dirty="0">
                <a:latin typeface="Calibri"/>
                <a:cs typeface="Calibri"/>
              </a:rPr>
              <a:t> notebook, Dashboard) during the session, rather than sharing completed solutions.</a:t>
            </a:r>
            <a:endParaRPr lang="en-US" dirty="0">
              <a:latin typeface="Calibri"/>
              <a:cs typeface="Calibri" panose="020F0502020204030204" pitchFamily="34" charset="0"/>
            </a:endParaRPr>
          </a:p>
          <a:p>
            <a:endParaRPr lang="en-US" dirty="0">
              <a:latin typeface="Calibri"/>
              <a:cs typeface="Calibri"/>
            </a:endParaRPr>
          </a:p>
          <a:p>
            <a:r>
              <a:rPr lang="en-US" dirty="0">
                <a:latin typeface="Calibri"/>
                <a:cs typeface="Calibri"/>
              </a:rPr>
              <a:t>Review teaching materials and solutions beforehand, and prepare additional examples to reinforce learning.</a:t>
            </a:r>
          </a:p>
          <a:p>
            <a:endParaRPr lang="en-US" dirty="0">
              <a:latin typeface="Calibri"/>
              <a:cs typeface="Calibri"/>
            </a:endParaRPr>
          </a:p>
          <a:p>
            <a:r>
              <a:rPr lang="en-US" dirty="0">
                <a:latin typeface="Calibri"/>
                <a:cs typeface="Calibri"/>
              </a:rPr>
              <a:t>Ensure online students can hear you and see the screen clearly at all times.</a:t>
            </a:r>
          </a:p>
          <a:p>
            <a:endParaRPr lang="en-US" dirty="0">
              <a:latin typeface="Calibri"/>
              <a:cs typeface="Calibri"/>
            </a:endParaRPr>
          </a:p>
          <a:p>
            <a:r>
              <a:rPr lang="en-US" dirty="0">
                <a:latin typeface="Calibri"/>
                <a:cs typeface="Calibri"/>
              </a:rPr>
              <a:t>Test your computer and necessary software before class begins.</a:t>
            </a:r>
          </a:p>
          <a:p>
            <a:endParaRPr lang="en-US" dirty="0">
              <a:latin typeface="Calibri"/>
              <a:cs typeface="Calibri"/>
            </a:endParaRPr>
          </a:p>
          <a:p>
            <a:r>
              <a:rPr lang="en-US" dirty="0">
                <a:latin typeface="Calibri"/>
                <a:cs typeface="Calibri"/>
              </a:rPr>
              <a:t>Check with online students every 15-20 minutes to see if they understand the material and have any questions.</a:t>
            </a:r>
            <a:endParaRPr lang="en-US"/>
          </a:p>
        </p:txBody>
      </p:sp>
    </p:spTree>
    <p:extLst>
      <p:ext uri="{BB962C8B-B14F-4D97-AF65-F5344CB8AC3E}">
        <p14:creationId xmlns:p14="http://schemas.microsoft.com/office/powerpoint/2010/main" val="228880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4096824" y="359531"/>
            <a:ext cx="397959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pitchFamily="2" charset="0"/>
                <a:cs typeface="Times New Roman" panose="02020603050405020304" pitchFamily="18" charset="0"/>
              </a:rPr>
              <a:t>Day 1: Agenda</a:t>
            </a:r>
          </a:p>
        </p:txBody>
      </p:sp>
      <p:sp>
        <p:nvSpPr>
          <p:cNvPr id="2" name="TextBox 1">
            <a:extLst>
              <a:ext uri="{FF2B5EF4-FFF2-40B4-BE49-F238E27FC236}">
                <a16:creationId xmlns:a16="http://schemas.microsoft.com/office/drawing/2014/main" id="{BF8AC74B-CBBB-39B5-844C-2DE4A4A519EE}"/>
              </a:ext>
            </a:extLst>
          </p:cNvPr>
          <p:cNvSpPr txBox="1"/>
          <p:nvPr/>
        </p:nvSpPr>
        <p:spPr>
          <a:xfrm>
            <a:off x="1614842" y="1270554"/>
            <a:ext cx="9042002" cy="4620496"/>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Font typeface="Arial"/>
              <a:buChar char="•"/>
            </a:pPr>
            <a:r>
              <a:rPr lang="en-US" sz="2200" dirty="0">
                <a:solidFill>
                  <a:srgbClr val="000000"/>
                </a:solidFill>
                <a:latin typeface="Nunito"/>
              </a:rPr>
              <a:t>Introduction to Machine Learning</a:t>
            </a:r>
          </a:p>
          <a:p>
            <a:pPr marL="342900" indent="-342900">
              <a:lnSpc>
                <a:spcPct val="150000"/>
              </a:lnSpc>
              <a:buFont typeface="Arial"/>
              <a:buChar char="•"/>
            </a:pPr>
            <a:r>
              <a:rPr lang="en-US" sz="2200" dirty="0">
                <a:solidFill>
                  <a:srgbClr val="000000"/>
                </a:solidFill>
                <a:latin typeface="Nunito"/>
              </a:rPr>
              <a:t>Types of Machine Learning</a:t>
            </a:r>
          </a:p>
          <a:p>
            <a:pPr marL="342900" indent="-342900">
              <a:lnSpc>
                <a:spcPct val="150000"/>
              </a:lnSpc>
              <a:buFont typeface="Arial"/>
              <a:buChar char="•"/>
            </a:pPr>
            <a:r>
              <a:rPr lang="en-US" sz="2200" dirty="0">
                <a:solidFill>
                  <a:srgbClr val="000000"/>
                </a:solidFill>
                <a:latin typeface="Nunito"/>
              </a:rPr>
              <a:t>Data Preprocessing</a:t>
            </a:r>
          </a:p>
          <a:p>
            <a:pPr marL="342900" indent="-342900">
              <a:lnSpc>
                <a:spcPct val="150000"/>
              </a:lnSpc>
              <a:buFont typeface="Arial"/>
              <a:buChar char="•"/>
            </a:pPr>
            <a:r>
              <a:rPr lang="en-US" sz="2200" dirty="0">
                <a:solidFill>
                  <a:srgbClr val="000000"/>
                </a:solidFill>
                <a:latin typeface="Nunito"/>
              </a:rPr>
              <a:t>Handling Missing Values</a:t>
            </a:r>
          </a:p>
          <a:p>
            <a:pPr marL="342900" indent="-342900">
              <a:lnSpc>
                <a:spcPct val="150000"/>
              </a:lnSpc>
              <a:buFont typeface="Arial"/>
              <a:buChar char="•"/>
            </a:pPr>
            <a:r>
              <a:rPr lang="en-US" sz="2200" dirty="0">
                <a:solidFill>
                  <a:srgbClr val="000000"/>
                </a:solidFill>
                <a:latin typeface="Nunito"/>
              </a:rPr>
              <a:t>Outlier Detection and Methods</a:t>
            </a:r>
          </a:p>
          <a:p>
            <a:pPr marL="342900" indent="-342900">
              <a:lnSpc>
                <a:spcPct val="150000"/>
              </a:lnSpc>
              <a:buFont typeface="Arial"/>
              <a:buChar char="•"/>
            </a:pPr>
            <a:r>
              <a:rPr lang="en-US" sz="2200" dirty="0">
                <a:solidFill>
                  <a:srgbClr val="000000"/>
                </a:solidFill>
                <a:latin typeface="Nunito"/>
              </a:rPr>
              <a:t>Feature Scaling</a:t>
            </a:r>
          </a:p>
          <a:p>
            <a:pPr marL="342900" indent="-342900">
              <a:lnSpc>
                <a:spcPct val="150000"/>
              </a:lnSpc>
              <a:buFont typeface="Arial"/>
              <a:buChar char="•"/>
            </a:pPr>
            <a:r>
              <a:rPr lang="en-US" sz="2200" dirty="0">
                <a:solidFill>
                  <a:srgbClr val="000000"/>
                </a:solidFill>
                <a:latin typeface="Nunito"/>
              </a:rPr>
              <a:t>Linear Regression as a Technique</a:t>
            </a:r>
          </a:p>
          <a:p>
            <a:pPr marL="342900" indent="-342900">
              <a:lnSpc>
                <a:spcPct val="150000"/>
              </a:lnSpc>
              <a:buFont typeface="Arial"/>
              <a:buChar char="•"/>
            </a:pPr>
            <a:r>
              <a:rPr lang="en-US" sz="2200" dirty="0">
                <a:solidFill>
                  <a:srgbClr val="000000"/>
                </a:solidFill>
                <a:latin typeface="Nunito"/>
              </a:rPr>
              <a:t>Simple Linear Regression</a:t>
            </a:r>
          </a:p>
          <a:p>
            <a:pPr marL="342900" indent="-342900">
              <a:lnSpc>
                <a:spcPct val="150000"/>
              </a:lnSpc>
              <a:buFont typeface="Arial"/>
              <a:buChar char="•"/>
            </a:pPr>
            <a:r>
              <a:rPr lang="en-US" sz="2200">
                <a:solidFill>
                  <a:srgbClr val="000000"/>
                </a:solidFill>
                <a:latin typeface="Nunito"/>
              </a:rPr>
              <a:t>Practical Example</a:t>
            </a:r>
            <a:endParaRPr lang="en-US" sz="2200" dirty="0">
              <a:solidFill>
                <a:srgbClr val="000000"/>
              </a:solidFill>
              <a:latin typeface="Nunito"/>
            </a:endParaRPr>
          </a:p>
        </p:txBody>
      </p:sp>
    </p:spTree>
    <p:extLst>
      <p:ext uri="{BB962C8B-B14F-4D97-AF65-F5344CB8AC3E}">
        <p14:creationId xmlns:p14="http://schemas.microsoft.com/office/powerpoint/2010/main" val="4076578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 name="Title 3">
            <a:extLst>
              <a:ext uri="{FF2B5EF4-FFF2-40B4-BE49-F238E27FC236}">
                <a16:creationId xmlns:a16="http://schemas.microsoft.com/office/drawing/2014/main" id="{8816ED99-C83F-29DD-77C9-C407F91119C6}"/>
              </a:ext>
            </a:extLst>
          </p:cNvPr>
          <p:cNvSpPr>
            <a:spLocks noGrp="1"/>
          </p:cNvSpPr>
          <p:nvPr>
            <p:ph type="title"/>
          </p:nvPr>
        </p:nvSpPr>
        <p:spPr>
          <a:xfrm>
            <a:off x="636917" y="1529692"/>
            <a:ext cx="10903788" cy="3151486"/>
          </a:xfrm>
        </p:spPr>
        <p:txBody>
          <a:bodyPr>
            <a:normAutofit/>
          </a:bodyPr>
          <a:lstStyle/>
          <a:p>
            <a:r>
              <a:rPr lang="en-US" sz="2500" dirty="0">
                <a:latin typeface="Times New Roman"/>
                <a:cs typeface="Calibri Light"/>
              </a:rPr>
              <a:t>.</a:t>
            </a:r>
            <a:br>
              <a:rPr lang="en-US" sz="2500" dirty="0">
                <a:latin typeface="Times New Roman"/>
                <a:cs typeface="Calibri Light"/>
              </a:rPr>
            </a:br>
            <a:br>
              <a:rPr lang="en-US" sz="2500" dirty="0">
                <a:latin typeface="Times New Roman"/>
                <a:cs typeface="Calibri Light"/>
              </a:rPr>
            </a:br>
            <a:endParaRPr lang="en-US" sz="2500" dirty="0">
              <a:latin typeface="Times New Roman"/>
              <a:cs typeface="Calibri Light"/>
            </a:endParaRPr>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2219593" y="209562"/>
            <a:ext cx="7289899"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Machine Learning Roadmap</a:t>
            </a:r>
          </a:p>
        </p:txBody>
      </p:sp>
      <p:graphicFrame>
        <p:nvGraphicFramePr>
          <p:cNvPr id="7" name="Table 6">
            <a:extLst>
              <a:ext uri="{FF2B5EF4-FFF2-40B4-BE49-F238E27FC236}">
                <a16:creationId xmlns:a16="http://schemas.microsoft.com/office/drawing/2014/main" id="{FBF120AC-CEA3-E6FB-1F60-5853288C1B5C}"/>
              </a:ext>
            </a:extLst>
          </p:cNvPr>
          <p:cNvGraphicFramePr>
            <a:graphicFrameLocks noGrp="1"/>
          </p:cNvGraphicFramePr>
          <p:nvPr>
            <p:extLst>
              <p:ext uri="{D42A27DB-BD31-4B8C-83A1-F6EECF244321}">
                <p14:modId xmlns:p14="http://schemas.microsoft.com/office/powerpoint/2010/main" val="2225869446"/>
              </p:ext>
            </p:extLst>
          </p:nvPr>
        </p:nvGraphicFramePr>
        <p:xfrm>
          <a:off x="781729" y="1045691"/>
          <a:ext cx="10163548" cy="4946237"/>
        </p:xfrm>
        <a:graphic>
          <a:graphicData uri="http://schemas.openxmlformats.org/drawingml/2006/table">
            <a:tbl>
              <a:tblPr firstRow="1" bandRow="1">
                <a:tableStyleId>{5C22544A-7EE6-4342-B048-85BDC9FD1C3A}</a:tableStyleId>
              </a:tblPr>
              <a:tblGrid>
                <a:gridCol w="1751272">
                  <a:extLst>
                    <a:ext uri="{9D8B030D-6E8A-4147-A177-3AD203B41FA5}">
                      <a16:colId xmlns:a16="http://schemas.microsoft.com/office/drawing/2014/main" val="3643555966"/>
                    </a:ext>
                  </a:extLst>
                </a:gridCol>
                <a:gridCol w="6885125">
                  <a:extLst>
                    <a:ext uri="{9D8B030D-6E8A-4147-A177-3AD203B41FA5}">
                      <a16:colId xmlns:a16="http://schemas.microsoft.com/office/drawing/2014/main" val="3139361016"/>
                    </a:ext>
                  </a:extLst>
                </a:gridCol>
                <a:gridCol w="1527151">
                  <a:extLst>
                    <a:ext uri="{9D8B030D-6E8A-4147-A177-3AD203B41FA5}">
                      <a16:colId xmlns:a16="http://schemas.microsoft.com/office/drawing/2014/main" val="3266064633"/>
                    </a:ext>
                  </a:extLst>
                </a:gridCol>
              </a:tblGrid>
              <a:tr h="673909">
                <a:tc>
                  <a:txBody>
                    <a:bodyPr/>
                    <a:lstStyle/>
                    <a:p>
                      <a:pPr algn="ctr"/>
                      <a:r>
                        <a:rPr lang="en-US" sz="2000" b="1" dirty="0">
                          <a:latin typeface="Nunito"/>
                        </a:rPr>
                        <a:t>Day </a:t>
                      </a:r>
                    </a:p>
                  </a:txBody>
                  <a:tcPr anchor="ctr"/>
                </a:tc>
                <a:tc>
                  <a:txBody>
                    <a:bodyPr/>
                    <a:lstStyle/>
                    <a:p>
                      <a:pPr algn="ctr"/>
                      <a:r>
                        <a:rPr lang="en-US" sz="2000" b="1" dirty="0">
                          <a:latin typeface="Nunito"/>
                        </a:rPr>
                        <a:t>Module</a:t>
                      </a:r>
                    </a:p>
                  </a:txBody>
                  <a:tcPr anchor="ctr"/>
                </a:tc>
                <a:tc>
                  <a:txBody>
                    <a:bodyPr/>
                    <a:lstStyle/>
                    <a:p>
                      <a:pPr algn="ctr"/>
                      <a:r>
                        <a:rPr lang="en-US" sz="2000" b="1" dirty="0">
                          <a:latin typeface="Nunito"/>
                        </a:rPr>
                        <a:t>Hours</a:t>
                      </a:r>
                    </a:p>
                  </a:txBody>
                  <a:tcPr anchor="ctr"/>
                </a:tc>
                <a:extLst>
                  <a:ext uri="{0D108BD9-81ED-4DB2-BD59-A6C34878D82A}">
                    <a16:rowId xmlns:a16="http://schemas.microsoft.com/office/drawing/2014/main" val="1093043210"/>
                  </a:ext>
                </a:extLst>
              </a:tr>
              <a:tr h="534041">
                <a:tc>
                  <a:txBody>
                    <a:bodyPr/>
                    <a:lstStyle/>
                    <a:p>
                      <a:pPr algn="ctr"/>
                      <a:r>
                        <a:rPr lang="en-US" sz="1800" b="0" dirty="0">
                          <a:latin typeface="Nunito"/>
                        </a:rPr>
                        <a:t>Day 1</a:t>
                      </a:r>
                    </a:p>
                  </a:txBody>
                  <a:tcPr anchor="ctr"/>
                </a:tc>
                <a:tc>
                  <a:txBody>
                    <a:bodyPr/>
                    <a:lstStyle/>
                    <a:p>
                      <a:pPr lvl="0" algn="ctr">
                        <a:buNone/>
                      </a:pPr>
                      <a:r>
                        <a:rPr lang="en-US" sz="1800" b="0" i="0" u="none" strike="noStrike" noProof="0" dirty="0">
                          <a:solidFill>
                            <a:srgbClr val="000000"/>
                          </a:solidFill>
                          <a:latin typeface="Nunito"/>
                        </a:rPr>
                        <a:t>Introduction To Machine Learning And Regression Basics</a:t>
                      </a:r>
                      <a:endParaRPr lang="en-US" sz="1800" dirty="0">
                        <a:latin typeface="Nunito"/>
                      </a:endParaRPr>
                    </a:p>
                  </a:txBody>
                  <a:tcPr anchor="ctr"/>
                </a:tc>
                <a:tc>
                  <a:txBody>
                    <a:bodyPr/>
                    <a:lstStyle/>
                    <a:p>
                      <a:pPr algn="ctr"/>
                      <a:r>
                        <a:rPr lang="en-US" sz="1800" b="0" dirty="0">
                          <a:latin typeface="Nunito"/>
                        </a:rPr>
                        <a:t>3</a:t>
                      </a:r>
                    </a:p>
                  </a:txBody>
                  <a:tcPr anchor="ctr"/>
                </a:tc>
                <a:extLst>
                  <a:ext uri="{0D108BD9-81ED-4DB2-BD59-A6C34878D82A}">
                    <a16:rowId xmlns:a16="http://schemas.microsoft.com/office/drawing/2014/main" val="1998492955"/>
                  </a:ext>
                </a:extLst>
              </a:tr>
              <a:tr h="534041">
                <a:tc>
                  <a:txBody>
                    <a:bodyPr/>
                    <a:lstStyle/>
                    <a:p>
                      <a:pPr lvl="0" algn="ctr">
                        <a:buNone/>
                      </a:pPr>
                      <a:r>
                        <a:rPr lang="en-US" sz="1800" b="0" dirty="0">
                          <a:latin typeface="Nunito"/>
                        </a:rPr>
                        <a:t>Day 2</a:t>
                      </a:r>
                      <a:endParaRPr lang="en-US"/>
                    </a:p>
                  </a:txBody>
                  <a:tcPr anchor="ctr"/>
                </a:tc>
                <a:tc>
                  <a:txBody>
                    <a:bodyPr/>
                    <a:lstStyle/>
                    <a:p>
                      <a:pPr lvl="0" algn="ctr">
                        <a:buNone/>
                      </a:pPr>
                      <a:r>
                        <a:rPr lang="en-US" sz="1800" b="0" i="0" u="none" strike="noStrike" kern="1200" noProof="0" dirty="0">
                          <a:solidFill>
                            <a:srgbClr val="000000"/>
                          </a:solidFill>
                          <a:latin typeface="Nunito"/>
                        </a:rPr>
                        <a:t>Multiple Linear Regression &amp; Model Evaluation</a:t>
                      </a:r>
                    </a:p>
                  </a:txBody>
                  <a:tcPr anchor="ctr"/>
                </a:tc>
                <a:tc>
                  <a:txBody>
                    <a:bodyPr/>
                    <a:lstStyle/>
                    <a:p>
                      <a:pPr lvl="0" algn="ctr">
                        <a:buNone/>
                      </a:pPr>
                      <a:r>
                        <a:rPr lang="en-US" sz="1800" b="0" kern="1200" dirty="0">
                          <a:solidFill>
                            <a:schemeClr val="dk1"/>
                          </a:solidFill>
                          <a:latin typeface="Nunito"/>
                          <a:ea typeface="+mn-ea"/>
                          <a:cs typeface="+mn-cs"/>
                        </a:rPr>
                        <a:t>3</a:t>
                      </a:r>
                    </a:p>
                  </a:txBody>
                  <a:tcPr anchor="ctr"/>
                </a:tc>
                <a:extLst>
                  <a:ext uri="{0D108BD9-81ED-4DB2-BD59-A6C34878D82A}">
                    <a16:rowId xmlns:a16="http://schemas.microsoft.com/office/drawing/2014/main" val="1893661160"/>
                  </a:ext>
                </a:extLst>
              </a:tr>
              <a:tr h="534041">
                <a:tc>
                  <a:txBody>
                    <a:bodyPr/>
                    <a:lstStyle/>
                    <a:p>
                      <a:pPr lvl="0" algn="ctr">
                        <a:buNone/>
                      </a:pPr>
                      <a:r>
                        <a:rPr lang="en-US" sz="1800" b="0" dirty="0">
                          <a:latin typeface="Nunito"/>
                        </a:rPr>
                        <a:t>Day 3</a:t>
                      </a:r>
                    </a:p>
                  </a:txBody>
                  <a:tcPr anchor="ctr"/>
                </a:tc>
                <a:tc>
                  <a:txBody>
                    <a:bodyPr/>
                    <a:lstStyle/>
                    <a:p>
                      <a:pPr lvl="0" algn="ctr">
                        <a:buNone/>
                      </a:pPr>
                      <a:r>
                        <a:rPr lang="en-US" sz="1800" b="0" i="0" u="none" strike="noStrike" kern="1200" noProof="0" dirty="0">
                          <a:solidFill>
                            <a:srgbClr val="000000"/>
                          </a:solidFill>
                          <a:latin typeface="Nunito"/>
                        </a:rPr>
                        <a:t>Logistic Regression And Classification Metrics</a:t>
                      </a:r>
                      <a:endParaRPr lang="en-US" sz="1800">
                        <a:latin typeface="Nunito"/>
                      </a:endParaRPr>
                    </a:p>
                  </a:txBody>
                  <a:tcPr anchor="ctr"/>
                </a:tc>
                <a:tc>
                  <a:txBody>
                    <a:bodyPr/>
                    <a:lstStyle/>
                    <a:p>
                      <a:pPr algn="ctr"/>
                      <a:r>
                        <a:rPr lang="en-US" sz="1800" b="0" kern="1200" dirty="0">
                          <a:solidFill>
                            <a:schemeClr val="dk1"/>
                          </a:solidFill>
                          <a:latin typeface="Nunito"/>
                          <a:ea typeface="+mn-ea"/>
                          <a:cs typeface="+mn-cs"/>
                        </a:rPr>
                        <a:t>3</a:t>
                      </a:r>
                    </a:p>
                  </a:txBody>
                  <a:tcPr anchor="ctr"/>
                </a:tc>
                <a:extLst>
                  <a:ext uri="{0D108BD9-81ED-4DB2-BD59-A6C34878D82A}">
                    <a16:rowId xmlns:a16="http://schemas.microsoft.com/office/drawing/2014/main" val="4289791285"/>
                  </a:ext>
                </a:extLst>
              </a:tr>
              <a:tr h="534041">
                <a:tc>
                  <a:txBody>
                    <a:bodyPr/>
                    <a:lstStyle/>
                    <a:p>
                      <a:pPr lvl="0" algn="ctr">
                        <a:buNone/>
                      </a:pPr>
                      <a:r>
                        <a:rPr lang="en-US" sz="1800" b="0" dirty="0">
                          <a:latin typeface="Nunito"/>
                        </a:rPr>
                        <a:t>Day 4</a:t>
                      </a:r>
                    </a:p>
                  </a:txBody>
                  <a:tcPr anchor="ctr"/>
                </a:tc>
                <a:tc>
                  <a:txBody>
                    <a:bodyPr/>
                    <a:lstStyle/>
                    <a:p>
                      <a:pPr lvl="0" algn="ctr">
                        <a:buNone/>
                      </a:pPr>
                      <a:r>
                        <a:rPr lang="en-US" sz="1800" b="0" i="0" u="none" strike="noStrike" noProof="0" dirty="0">
                          <a:solidFill>
                            <a:srgbClr val="000000"/>
                          </a:solidFill>
                          <a:latin typeface="Nunito"/>
                        </a:rPr>
                        <a:t>Decision Trees And Ensemble Methods</a:t>
                      </a:r>
                      <a:endParaRPr lang="en-US" sz="1800" b="0" dirty="0">
                        <a:latin typeface="Nunito"/>
                      </a:endParaRPr>
                    </a:p>
                  </a:txBody>
                  <a:tcPr anchor="ctr"/>
                </a:tc>
                <a:tc>
                  <a:txBody>
                    <a:bodyPr/>
                    <a:lstStyle/>
                    <a:p>
                      <a:pPr algn="ctr"/>
                      <a:r>
                        <a:rPr lang="en-US" sz="1800" b="0" dirty="0">
                          <a:latin typeface="Nunito"/>
                        </a:rPr>
                        <a:t>3</a:t>
                      </a:r>
                    </a:p>
                  </a:txBody>
                  <a:tcPr anchor="ctr"/>
                </a:tc>
                <a:extLst>
                  <a:ext uri="{0D108BD9-81ED-4DB2-BD59-A6C34878D82A}">
                    <a16:rowId xmlns:a16="http://schemas.microsoft.com/office/drawing/2014/main" val="1061034590"/>
                  </a:ext>
                </a:extLst>
              </a:tr>
              <a:tr h="534041">
                <a:tc>
                  <a:txBody>
                    <a:bodyPr/>
                    <a:lstStyle/>
                    <a:p>
                      <a:pPr lvl="0" algn="ctr">
                        <a:buNone/>
                      </a:pPr>
                      <a:r>
                        <a:rPr lang="en-US" sz="1800" b="0" dirty="0">
                          <a:latin typeface="Nunito"/>
                        </a:rPr>
                        <a:t>Day 5</a:t>
                      </a:r>
                    </a:p>
                  </a:txBody>
                  <a:tcPr anchor="ctr"/>
                </a:tc>
                <a:tc>
                  <a:txBody>
                    <a:bodyPr/>
                    <a:lstStyle/>
                    <a:p>
                      <a:pPr lvl="0" algn="ctr">
                        <a:buNone/>
                      </a:pPr>
                      <a:r>
                        <a:rPr lang="en-US" sz="1800" b="0" i="0" u="none" strike="noStrike" noProof="0" dirty="0">
                          <a:solidFill>
                            <a:srgbClr val="000000"/>
                          </a:solidFill>
                          <a:latin typeface="Nunito"/>
                        </a:rPr>
                        <a:t>Model Evaluation And Validation Techniques</a:t>
                      </a:r>
                      <a:endParaRPr lang="en-US" sz="1800" b="0" dirty="0">
                        <a:latin typeface="Nunito"/>
                      </a:endParaRPr>
                    </a:p>
                  </a:txBody>
                  <a:tcPr anchor="ctr"/>
                </a:tc>
                <a:tc>
                  <a:txBody>
                    <a:bodyPr/>
                    <a:lstStyle/>
                    <a:p>
                      <a:pPr algn="ctr"/>
                      <a:r>
                        <a:rPr lang="en-US" sz="1800" b="0" dirty="0">
                          <a:latin typeface="Nunito"/>
                        </a:rPr>
                        <a:t>3</a:t>
                      </a:r>
                    </a:p>
                  </a:txBody>
                  <a:tcPr anchor="ctr"/>
                </a:tc>
                <a:extLst>
                  <a:ext uri="{0D108BD9-81ED-4DB2-BD59-A6C34878D82A}">
                    <a16:rowId xmlns:a16="http://schemas.microsoft.com/office/drawing/2014/main" val="2953808526"/>
                  </a:ext>
                </a:extLst>
              </a:tr>
              <a:tr h="534041">
                <a:tc>
                  <a:txBody>
                    <a:bodyPr/>
                    <a:lstStyle/>
                    <a:p>
                      <a:pPr lvl="0" algn="ctr">
                        <a:buNone/>
                      </a:pPr>
                      <a:r>
                        <a:rPr lang="en-US" sz="1800" b="0" dirty="0">
                          <a:latin typeface="Nunito"/>
                        </a:rPr>
                        <a:t>Day 6</a:t>
                      </a:r>
                    </a:p>
                  </a:txBody>
                  <a:tcPr anchor="ctr"/>
                </a:tc>
                <a:tc>
                  <a:txBody>
                    <a:bodyPr/>
                    <a:lstStyle/>
                    <a:p>
                      <a:pPr lvl="0" algn="ctr">
                        <a:buNone/>
                      </a:pPr>
                      <a:r>
                        <a:rPr lang="en-US" sz="1800" b="0" i="0" u="none" strike="noStrike" noProof="0" dirty="0">
                          <a:solidFill>
                            <a:srgbClr val="000000"/>
                          </a:solidFill>
                          <a:latin typeface="Nunito"/>
                        </a:rPr>
                        <a:t>Unsupervised Learning</a:t>
                      </a:r>
                      <a:endParaRPr lang="en-US" sz="1800">
                        <a:latin typeface="Nunito"/>
                      </a:endParaRPr>
                    </a:p>
                  </a:txBody>
                  <a:tcPr anchor="ctr"/>
                </a:tc>
                <a:tc>
                  <a:txBody>
                    <a:bodyPr/>
                    <a:lstStyle/>
                    <a:p>
                      <a:pPr lvl="0" algn="ctr">
                        <a:buNone/>
                      </a:pPr>
                      <a:r>
                        <a:rPr lang="en-US" sz="1800" b="0" dirty="0">
                          <a:latin typeface="Nunito"/>
                        </a:rPr>
                        <a:t>3</a:t>
                      </a:r>
                    </a:p>
                  </a:txBody>
                  <a:tcPr anchor="ctr"/>
                </a:tc>
                <a:extLst>
                  <a:ext uri="{0D108BD9-81ED-4DB2-BD59-A6C34878D82A}">
                    <a16:rowId xmlns:a16="http://schemas.microsoft.com/office/drawing/2014/main" val="2459964353"/>
                  </a:ext>
                </a:extLst>
              </a:tr>
              <a:tr h="534041">
                <a:tc>
                  <a:txBody>
                    <a:bodyPr/>
                    <a:lstStyle/>
                    <a:p>
                      <a:pPr lvl="0" algn="ctr">
                        <a:buNone/>
                      </a:pPr>
                      <a:r>
                        <a:rPr lang="en-US" sz="1800" b="0" dirty="0">
                          <a:latin typeface="Nunito"/>
                        </a:rPr>
                        <a:t>Day 7</a:t>
                      </a:r>
                      <a:endParaRPr lang="en-US"/>
                    </a:p>
                  </a:txBody>
                  <a:tcPr anchor="ctr"/>
                </a:tc>
                <a:tc>
                  <a:txBody>
                    <a:bodyPr/>
                    <a:lstStyle/>
                    <a:p>
                      <a:pPr lvl="0" algn="ctr">
                        <a:buNone/>
                      </a:pPr>
                      <a:r>
                        <a:rPr lang="en-US" sz="1800" b="0" i="0" u="none" strike="noStrike" noProof="0" dirty="0">
                          <a:solidFill>
                            <a:srgbClr val="000000"/>
                          </a:solidFill>
                          <a:latin typeface="Nunito"/>
                        </a:rPr>
                        <a:t>Support Vector Machines (</a:t>
                      </a:r>
                      <a:r>
                        <a:rPr lang="en-US" sz="1800" b="0" i="0" u="none" strike="noStrike" noProof="0" dirty="0" err="1">
                          <a:solidFill>
                            <a:srgbClr val="000000"/>
                          </a:solidFill>
                          <a:latin typeface="Nunito"/>
                        </a:rPr>
                        <a:t>Svm</a:t>
                      </a:r>
                      <a:r>
                        <a:rPr lang="en-US" sz="1800" b="0" i="0" u="none" strike="noStrike" noProof="0" dirty="0">
                          <a:solidFill>
                            <a:srgbClr val="000000"/>
                          </a:solidFill>
                          <a:latin typeface="Nunito"/>
                        </a:rPr>
                        <a:t>) And K-nearest Neighbors (</a:t>
                      </a:r>
                      <a:r>
                        <a:rPr lang="en-US" sz="1800" b="0" i="0" u="none" strike="noStrike" noProof="0" dirty="0" err="1">
                          <a:solidFill>
                            <a:srgbClr val="000000"/>
                          </a:solidFill>
                          <a:latin typeface="Nunito"/>
                        </a:rPr>
                        <a:t>Knn</a:t>
                      </a:r>
                      <a:r>
                        <a:rPr lang="en-US" sz="1800" b="0" i="0" u="none" strike="noStrike" noProof="0" dirty="0">
                          <a:solidFill>
                            <a:srgbClr val="000000"/>
                          </a:solidFill>
                          <a:latin typeface="Nunito"/>
                        </a:rPr>
                        <a:t>)</a:t>
                      </a:r>
                      <a:endParaRPr lang="en-US" dirty="0"/>
                    </a:p>
                  </a:txBody>
                  <a:tcPr anchor="ctr"/>
                </a:tc>
                <a:tc>
                  <a:txBody>
                    <a:bodyPr/>
                    <a:lstStyle/>
                    <a:p>
                      <a:pPr lvl="0" algn="ctr">
                        <a:buNone/>
                      </a:pPr>
                      <a:r>
                        <a:rPr lang="en-US" sz="1800" b="0" dirty="0">
                          <a:latin typeface="Nunito"/>
                        </a:rPr>
                        <a:t>3</a:t>
                      </a:r>
                      <a:endParaRPr lang="en-US"/>
                    </a:p>
                  </a:txBody>
                  <a:tcPr anchor="ctr"/>
                </a:tc>
                <a:extLst>
                  <a:ext uri="{0D108BD9-81ED-4DB2-BD59-A6C34878D82A}">
                    <a16:rowId xmlns:a16="http://schemas.microsoft.com/office/drawing/2014/main" val="2478683644"/>
                  </a:ext>
                </a:extLst>
              </a:tr>
              <a:tr h="534041">
                <a:tc>
                  <a:txBody>
                    <a:bodyPr/>
                    <a:lstStyle/>
                    <a:p>
                      <a:pPr lvl="0" algn="ctr">
                        <a:buNone/>
                      </a:pPr>
                      <a:r>
                        <a:rPr lang="en-US" sz="1800" b="0" dirty="0">
                          <a:latin typeface="Nunito"/>
                        </a:rPr>
                        <a:t>Day 8</a:t>
                      </a:r>
                    </a:p>
                  </a:txBody>
                  <a:tcPr anchor="ctr"/>
                </a:tc>
                <a:tc>
                  <a:txBody>
                    <a:bodyPr/>
                    <a:lstStyle/>
                    <a:p>
                      <a:pPr lvl="0" algn="ctr">
                        <a:buNone/>
                      </a:pPr>
                      <a:r>
                        <a:rPr lang="en-US" sz="1800" b="0" i="0" u="none" strike="noStrike" noProof="0" dirty="0">
                          <a:solidFill>
                            <a:srgbClr val="000000"/>
                          </a:solidFill>
                          <a:latin typeface="Nunito"/>
                        </a:rPr>
                        <a:t>Time Series Modeling With Arima And Sarima</a:t>
                      </a:r>
                      <a:endParaRPr lang="en-US" dirty="0"/>
                    </a:p>
                  </a:txBody>
                  <a:tcPr anchor="ctr"/>
                </a:tc>
                <a:tc>
                  <a:txBody>
                    <a:bodyPr/>
                    <a:lstStyle/>
                    <a:p>
                      <a:pPr lvl="0" algn="ctr">
                        <a:buNone/>
                      </a:pPr>
                      <a:r>
                        <a:rPr lang="en-US" sz="1800" b="0" dirty="0">
                          <a:latin typeface="Nunito"/>
                        </a:rPr>
                        <a:t>3</a:t>
                      </a:r>
                    </a:p>
                  </a:txBody>
                  <a:tcPr anchor="ctr"/>
                </a:tc>
                <a:extLst>
                  <a:ext uri="{0D108BD9-81ED-4DB2-BD59-A6C34878D82A}">
                    <a16:rowId xmlns:a16="http://schemas.microsoft.com/office/drawing/2014/main" val="630602784"/>
                  </a:ext>
                </a:extLst>
              </a:tr>
            </a:tbl>
          </a:graphicData>
        </a:graphic>
      </p:graphicFrame>
      <p:pic>
        <p:nvPicPr>
          <p:cNvPr id="11" name="Picture 10" descr="Machine Learning - Free technology icons">
            <a:extLst>
              <a:ext uri="{FF2B5EF4-FFF2-40B4-BE49-F238E27FC236}">
                <a16:creationId xmlns:a16="http://schemas.microsoft.com/office/drawing/2014/main" id="{06C3E9FA-4CB7-0F1C-7CCD-4D496B00D73F}"/>
              </a:ext>
            </a:extLst>
          </p:cNvPr>
          <p:cNvPicPr>
            <a:picLocks noChangeAspect="1"/>
          </p:cNvPicPr>
          <p:nvPr/>
        </p:nvPicPr>
        <p:blipFill>
          <a:blip r:embed="rId3"/>
          <a:stretch>
            <a:fillRect/>
          </a:stretch>
        </p:blipFill>
        <p:spPr>
          <a:xfrm>
            <a:off x="9694831" y="174812"/>
            <a:ext cx="686299" cy="681318"/>
          </a:xfrm>
          <a:prstGeom prst="rect">
            <a:avLst/>
          </a:prstGeom>
        </p:spPr>
      </p:pic>
    </p:spTree>
    <p:extLst>
      <p:ext uri="{BB962C8B-B14F-4D97-AF65-F5344CB8AC3E}">
        <p14:creationId xmlns:p14="http://schemas.microsoft.com/office/powerpoint/2010/main" val="3582198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557325" y="318889"/>
            <a:ext cx="490981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Introduction to ML</a:t>
            </a:r>
          </a:p>
        </p:txBody>
      </p:sp>
      <p:grpSp>
        <p:nvGrpSpPr>
          <p:cNvPr id="5" name="Group 4">
            <a:extLst>
              <a:ext uri="{FF2B5EF4-FFF2-40B4-BE49-F238E27FC236}">
                <a16:creationId xmlns:a16="http://schemas.microsoft.com/office/drawing/2014/main" id="{16364DF4-4D77-8692-F2E2-FF26BCA7BD80}"/>
              </a:ext>
            </a:extLst>
          </p:cNvPr>
          <p:cNvGrpSpPr/>
          <p:nvPr/>
        </p:nvGrpSpPr>
        <p:grpSpPr>
          <a:xfrm>
            <a:off x="662626" y="1105005"/>
            <a:ext cx="11078044" cy="5581753"/>
            <a:chOff x="662626" y="1105005"/>
            <a:chExt cx="11078044" cy="5581753"/>
          </a:xfrm>
        </p:grpSpPr>
        <p:sp>
          <p:nvSpPr>
            <p:cNvPr id="2" name="TextBox 1">
              <a:extLst>
                <a:ext uri="{FF2B5EF4-FFF2-40B4-BE49-F238E27FC236}">
                  <a16:creationId xmlns:a16="http://schemas.microsoft.com/office/drawing/2014/main" id="{F7761F45-99CF-5094-8BAE-64DDA34139B5}"/>
                </a:ext>
              </a:extLst>
            </p:cNvPr>
            <p:cNvSpPr txBox="1"/>
            <p:nvPr/>
          </p:nvSpPr>
          <p:spPr>
            <a:xfrm>
              <a:off x="662626" y="1105005"/>
              <a:ext cx="11078044" cy="3477875"/>
            </a:xfrm>
            <a:prstGeom prst="rect">
              <a:avLst/>
            </a:prstGeom>
            <a:noFill/>
          </p:spPr>
          <p:txBody>
            <a:bodyPr wrap="square" lIns="91440" tIns="45720" rIns="91440" bIns="45720" anchor="t">
              <a:spAutoFit/>
            </a:bodyPr>
            <a:lstStyle/>
            <a:p>
              <a:r>
                <a:rPr lang="en-US" sz="2000" dirty="0">
                  <a:solidFill>
                    <a:srgbClr val="374151"/>
                  </a:solidFill>
                  <a:latin typeface="Nunito"/>
                  <a:ea typeface="+mn-lt"/>
                  <a:cs typeface="+mn-lt"/>
                </a:rPr>
                <a:t>Machine Learning is a branch of artificial intelligence that involves the </a:t>
              </a:r>
              <a:r>
                <a:rPr lang="en-US" sz="2000" b="1" dirty="0">
                  <a:solidFill>
                    <a:srgbClr val="374151"/>
                  </a:solidFill>
                  <a:latin typeface="Nunito"/>
                  <a:ea typeface="+mn-lt"/>
                  <a:cs typeface="+mn-lt"/>
                </a:rPr>
                <a:t>development of algorithms and statistical models</a:t>
              </a:r>
              <a:r>
                <a:rPr lang="en-US" sz="2000" dirty="0">
                  <a:solidFill>
                    <a:srgbClr val="374151"/>
                  </a:solidFill>
                  <a:latin typeface="Nunito"/>
                  <a:ea typeface="+mn-lt"/>
                  <a:cs typeface="+mn-lt"/>
                </a:rPr>
                <a:t>, which enable computers to improve their performance on a specific task by </a:t>
              </a:r>
              <a:r>
                <a:rPr lang="en-US" sz="2000" b="1" dirty="0">
                  <a:solidFill>
                    <a:srgbClr val="374151"/>
                  </a:solidFill>
                  <a:latin typeface="Nunito"/>
                  <a:ea typeface="+mn-lt"/>
                  <a:cs typeface="+mn-lt"/>
                </a:rPr>
                <a:t>learning from data and experience.</a:t>
              </a:r>
            </a:p>
            <a:p>
              <a:endParaRPr lang="en-US" sz="2000" dirty="0">
                <a:solidFill>
                  <a:srgbClr val="374151"/>
                </a:solidFill>
                <a:latin typeface="Nunito"/>
                <a:ea typeface="+mn-lt"/>
                <a:cs typeface="+mn-lt"/>
              </a:endParaRPr>
            </a:p>
            <a:p>
              <a:r>
                <a:rPr lang="en-US" sz="2000" dirty="0">
                  <a:solidFill>
                    <a:srgbClr val="374151"/>
                  </a:solidFill>
                  <a:latin typeface="Nunito"/>
                  <a:ea typeface="+mn-lt"/>
                  <a:cs typeface="+mn-lt"/>
                </a:rPr>
                <a:t>Machine Learning is like teaching computers to learn from examples and data so they can make decisions or predictions without being told exactly what to do</a:t>
              </a:r>
              <a:endParaRPr lang="en-US" sz="2000" dirty="0">
                <a:solidFill>
                  <a:srgbClr val="000000"/>
                </a:solidFill>
                <a:latin typeface="Nunito"/>
                <a:ea typeface="+mn-lt"/>
                <a:cs typeface="+mn-lt"/>
              </a:endParaRPr>
            </a:p>
            <a:p>
              <a:endParaRPr lang="en-US" sz="2000" dirty="0">
                <a:solidFill>
                  <a:srgbClr val="374151"/>
                </a:solidFill>
                <a:latin typeface="Nunito"/>
                <a:ea typeface="Calibri"/>
                <a:cs typeface="Calibri"/>
              </a:endParaRPr>
            </a:p>
            <a:p>
              <a:r>
                <a:rPr lang="en-US" sz="2000" b="1" dirty="0">
                  <a:solidFill>
                    <a:srgbClr val="374151"/>
                  </a:solidFill>
                  <a:latin typeface="Nunito"/>
                  <a:ea typeface="+mn-lt"/>
                  <a:cs typeface="+mn-lt"/>
                </a:rPr>
                <a:t>Significance in Data Analysis</a:t>
              </a:r>
              <a:endParaRPr lang="en-US" sz="2000" dirty="0">
                <a:latin typeface="Nunito"/>
              </a:endParaRPr>
            </a:p>
            <a:p>
              <a:pPr marL="285750" indent="-285750">
                <a:buFont typeface="Arial"/>
                <a:buChar char="•"/>
              </a:pPr>
              <a:r>
                <a:rPr lang="en-US" sz="2000" dirty="0">
                  <a:solidFill>
                    <a:srgbClr val="374151"/>
                  </a:solidFill>
                  <a:latin typeface="Nunito"/>
                  <a:ea typeface="+mn-lt"/>
                  <a:cs typeface="+mn-lt"/>
                </a:rPr>
                <a:t>Machine learning plays a pivotal role in data analysis.</a:t>
              </a:r>
              <a:endParaRPr lang="en-US" sz="2000" dirty="0">
                <a:latin typeface="Nunito"/>
              </a:endParaRPr>
            </a:p>
            <a:p>
              <a:pPr marL="285750" indent="-285750">
                <a:buFont typeface="Arial"/>
                <a:buChar char="•"/>
              </a:pPr>
              <a:r>
                <a:rPr lang="en-US" sz="2000" dirty="0">
                  <a:solidFill>
                    <a:srgbClr val="374151"/>
                  </a:solidFill>
                  <a:latin typeface="Nunito"/>
                  <a:ea typeface="+mn-lt"/>
                  <a:cs typeface="+mn-lt"/>
                </a:rPr>
                <a:t>Enables computers to make predictions and d</a:t>
              </a:r>
              <a:endParaRPr lang="en-US" sz="2000" dirty="0">
                <a:latin typeface="Nunito"/>
              </a:endParaRPr>
            </a:p>
            <a:p>
              <a:endParaRPr lang="en-US" sz="2000" dirty="0">
                <a:solidFill>
                  <a:srgbClr val="374151"/>
                </a:solidFill>
                <a:latin typeface="Nunito"/>
                <a:ea typeface="Calibri"/>
                <a:cs typeface="Calibri"/>
              </a:endParaRPr>
            </a:p>
          </p:txBody>
        </p:sp>
        <p:pic>
          <p:nvPicPr>
            <p:cNvPr id="3" name="Picture 2">
              <a:extLst>
                <a:ext uri="{FF2B5EF4-FFF2-40B4-BE49-F238E27FC236}">
                  <a16:creationId xmlns:a16="http://schemas.microsoft.com/office/drawing/2014/main" id="{04C05F6D-535B-1CDB-D8A2-B023A2342190}"/>
                </a:ext>
              </a:extLst>
            </p:cNvPr>
            <p:cNvPicPr>
              <a:picLocks noChangeAspect="1"/>
            </p:cNvPicPr>
            <p:nvPr/>
          </p:nvPicPr>
          <p:blipFill rotWithShape="1">
            <a:blip r:embed="rId2"/>
            <a:srcRect t="7706" r="60" b="20968"/>
            <a:stretch/>
          </p:blipFill>
          <p:spPr>
            <a:xfrm>
              <a:off x="1388615" y="4484957"/>
              <a:ext cx="9243173" cy="2201801"/>
            </a:xfrm>
            <a:prstGeom prst="rect">
              <a:avLst/>
            </a:prstGeom>
          </p:spPr>
        </p:pic>
      </p:grpSp>
    </p:spTree>
    <p:extLst>
      <p:ext uri="{BB962C8B-B14F-4D97-AF65-F5344CB8AC3E}">
        <p14:creationId xmlns:p14="http://schemas.microsoft.com/office/powerpoint/2010/main" val="1726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665835" y="259125"/>
            <a:ext cx="664298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Role ML in Data Analysis</a:t>
            </a:r>
          </a:p>
        </p:txBody>
      </p:sp>
      <p:sp>
        <p:nvSpPr>
          <p:cNvPr id="2" name="TextBox 1">
            <a:extLst>
              <a:ext uri="{FF2B5EF4-FFF2-40B4-BE49-F238E27FC236}">
                <a16:creationId xmlns:a16="http://schemas.microsoft.com/office/drawing/2014/main" id="{F7761F45-99CF-5094-8BAE-64DDA34139B5}"/>
              </a:ext>
            </a:extLst>
          </p:cNvPr>
          <p:cNvSpPr txBox="1"/>
          <p:nvPr/>
        </p:nvSpPr>
        <p:spPr>
          <a:xfrm>
            <a:off x="597881" y="1159789"/>
            <a:ext cx="11078044" cy="4208844"/>
          </a:xfrm>
          <a:prstGeom prst="rect">
            <a:avLst/>
          </a:prstGeom>
          <a:noFill/>
        </p:spPr>
        <p:txBody>
          <a:bodyPr wrap="square" lIns="91440" tIns="45720" rIns="91440" bIns="45720" anchor="t">
            <a:spAutoFit/>
          </a:bodyPr>
          <a:lstStyle/>
          <a:p>
            <a:pPr marL="285750" indent="-285750">
              <a:lnSpc>
                <a:spcPct val="150000"/>
              </a:lnSpc>
              <a:buFont typeface="Arial"/>
              <a:buChar char="•"/>
            </a:pPr>
            <a:r>
              <a:rPr lang="en-US" sz="2000" b="1" dirty="0">
                <a:solidFill>
                  <a:srgbClr val="374151"/>
                </a:solidFill>
                <a:latin typeface="Nunito"/>
                <a:ea typeface="+mn-lt"/>
                <a:cs typeface="+mn-lt"/>
              </a:rPr>
              <a:t>Empowering Data Analysis with Machine Learning</a:t>
            </a:r>
            <a:endParaRPr lang="en-US"/>
          </a:p>
          <a:p>
            <a:pPr marL="742950" lvl="1" indent="-285750">
              <a:lnSpc>
                <a:spcPct val="150000"/>
              </a:lnSpc>
              <a:buFont typeface="Arial"/>
              <a:buChar char="•"/>
            </a:pPr>
            <a:r>
              <a:rPr lang="en-US" sz="2000" dirty="0">
                <a:solidFill>
                  <a:srgbClr val="374151"/>
                </a:solidFill>
                <a:latin typeface="Nunito"/>
                <a:ea typeface="+mn-lt"/>
                <a:cs typeface="+mn-lt"/>
              </a:rPr>
              <a:t>Machine learning revolutionizes data analysis by automating tasks, revealing insights, and predicting future trends.</a:t>
            </a:r>
          </a:p>
          <a:p>
            <a:pPr marL="285750" indent="-285750">
              <a:lnSpc>
                <a:spcPct val="150000"/>
              </a:lnSpc>
              <a:buFont typeface="Arial"/>
              <a:buChar char="•"/>
            </a:pPr>
            <a:r>
              <a:rPr lang="en-US" sz="2000" b="1" dirty="0">
                <a:solidFill>
                  <a:srgbClr val="374151"/>
                </a:solidFill>
                <a:latin typeface="Nunito"/>
                <a:ea typeface="+mn-lt"/>
                <a:cs typeface="+mn-lt"/>
              </a:rPr>
              <a:t>Cross-Domain Applicability</a:t>
            </a:r>
          </a:p>
          <a:p>
            <a:pPr marL="742950" lvl="1" indent="-285750">
              <a:lnSpc>
                <a:spcPct val="150000"/>
              </a:lnSpc>
              <a:buFont typeface="Arial"/>
              <a:buChar char="•"/>
            </a:pPr>
            <a:r>
              <a:rPr lang="en-US" sz="2000" dirty="0">
                <a:solidFill>
                  <a:srgbClr val="374151"/>
                </a:solidFill>
                <a:latin typeface="Nunito"/>
                <a:ea typeface="+mn-lt"/>
                <a:cs typeface="+mn-lt"/>
              </a:rPr>
              <a:t>In Healthcare: Enables diagnosis, treatment optimization, and patient outcome prediction.</a:t>
            </a:r>
          </a:p>
          <a:p>
            <a:pPr marL="742950" lvl="1" indent="-285750">
              <a:lnSpc>
                <a:spcPct val="150000"/>
              </a:lnSpc>
              <a:buFont typeface="Arial"/>
              <a:buChar char="•"/>
            </a:pPr>
            <a:r>
              <a:rPr lang="en-US" sz="2000" dirty="0">
                <a:solidFill>
                  <a:srgbClr val="374151"/>
                </a:solidFill>
                <a:latin typeface="Nunito"/>
                <a:ea typeface="+mn-lt"/>
                <a:cs typeface="+mn-lt"/>
              </a:rPr>
              <a:t>In Finance: Enhances fraud detection, refines investment strategies, and assesses risk.</a:t>
            </a:r>
          </a:p>
          <a:p>
            <a:pPr marL="285750" indent="-285750">
              <a:lnSpc>
                <a:spcPct val="150000"/>
              </a:lnSpc>
              <a:buFont typeface="Arial"/>
              <a:buChar char="•"/>
            </a:pPr>
            <a:r>
              <a:rPr lang="en-US" sz="2000" b="1" dirty="0">
                <a:solidFill>
                  <a:srgbClr val="374151"/>
                </a:solidFill>
                <a:latin typeface="Nunito"/>
                <a:ea typeface="+mn-lt"/>
                <a:cs typeface="+mn-lt"/>
              </a:rPr>
              <a:t>Driving Data-Driven Decisions</a:t>
            </a:r>
          </a:p>
          <a:p>
            <a:pPr marL="742950" lvl="1" indent="-285750">
              <a:lnSpc>
                <a:spcPct val="150000"/>
              </a:lnSpc>
              <a:buFont typeface="Arial"/>
              <a:buChar char="•"/>
            </a:pPr>
            <a:r>
              <a:rPr lang="en-US" sz="2000" dirty="0">
                <a:solidFill>
                  <a:srgbClr val="374151"/>
                </a:solidFill>
                <a:latin typeface="Nunito"/>
                <a:ea typeface="+mn-lt"/>
                <a:cs typeface="+mn-lt"/>
              </a:rPr>
              <a:t>In the age of big data, machine learning empowers organizations to make informed, data-driven decisions for a competitive edge.</a:t>
            </a:r>
          </a:p>
        </p:txBody>
      </p:sp>
    </p:spTree>
    <p:extLst>
      <p:ext uri="{BB962C8B-B14F-4D97-AF65-F5344CB8AC3E}">
        <p14:creationId xmlns:p14="http://schemas.microsoft.com/office/powerpoint/2010/main" val="170298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665835" y="259125"/>
            <a:ext cx="696173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Types of Machine Learning</a:t>
            </a:r>
          </a:p>
        </p:txBody>
      </p:sp>
      <p:sp>
        <p:nvSpPr>
          <p:cNvPr id="2" name="TextBox 1">
            <a:extLst>
              <a:ext uri="{FF2B5EF4-FFF2-40B4-BE49-F238E27FC236}">
                <a16:creationId xmlns:a16="http://schemas.microsoft.com/office/drawing/2014/main" id="{F7761F45-99CF-5094-8BAE-64DDA34139B5}"/>
              </a:ext>
            </a:extLst>
          </p:cNvPr>
          <p:cNvSpPr txBox="1"/>
          <p:nvPr/>
        </p:nvSpPr>
        <p:spPr>
          <a:xfrm>
            <a:off x="677567" y="1229514"/>
            <a:ext cx="11078044" cy="4401205"/>
          </a:xfrm>
          <a:prstGeom prst="rect">
            <a:avLst/>
          </a:prstGeom>
          <a:noFill/>
        </p:spPr>
        <p:txBody>
          <a:bodyPr wrap="square" lIns="91440" tIns="45720" rIns="91440" bIns="45720" anchor="t">
            <a:spAutoFit/>
          </a:bodyPr>
          <a:lstStyle/>
          <a:p>
            <a:pPr marL="342900" indent="-342900">
              <a:buFont typeface="Arial"/>
              <a:buChar char="•"/>
            </a:pPr>
            <a:r>
              <a:rPr lang="en-US" sz="2000" b="1" dirty="0">
                <a:solidFill>
                  <a:srgbClr val="374151"/>
                </a:solidFill>
                <a:latin typeface="Nunito"/>
                <a:ea typeface="+mn-lt"/>
                <a:cs typeface="+mn-lt"/>
              </a:rPr>
              <a:t>Supervised Learning</a:t>
            </a:r>
            <a:endParaRPr lang="en-US"/>
          </a:p>
          <a:p>
            <a:pPr marL="800100" lvl="1" indent="-342900">
              <a:buFont typeface="Arial"/>
              <a:buChar char="•"/>
            </a:pPr>
            <a:r>
              <a:rPr lang="en-US" sz="2000" dirty="0">
                <a:solidFill>
                  <a:srgbClr val="374151"/>
                </a:solidFill>
                <a:latin typeface="Nunito"/>
                <a:ea typeface="+mn-lt"/>
                <a:cs typeface="+mn-lt"/>
              </a:rPr>
              <a:t>Utilizes labeled data for training.</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Makes predictions based on patterns in labeled examples.</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Common in tasks like classification and regression.</a:t>
            </a:r>
            <a:endParaRPr lang="en-US" sz="2000" dirty="0">
              <a:latin typeface="Nunito"/>
            </a:endParaRPr>
          </a:p>
          <a:p>
            <a:pPr>
              <a:buFont typeface="Arial"/>
              <a:buChar char="•"/>
            </a:pPr>
            <a:endParaRPr lang="en-US" sz="2000" b="1" dirty="0">
              <a:solidFill>
                <a:srgbClr val="374151"/>
              </a:solidFill>
              <a:latin typeface="Nunito"/>
              <a:ea typeface="+mn-lt"/>
              <a:cs typeface="+mn-lt"/>
            </a:endParaRPr>
          </a:p>
          <a:p>
            <a:pPr marL="342900" indent="-342900">
              <a:buFont typeface="Arial"/>
              <a:buChar char="•"/>
            </a:pPr>
            <a:r>
              <a:rPr lang="en-US" sz="2000" b="1">
                <a:solidFill>
                  <a:srgbClr val="374151"/>
                </a:solidFill>
                <a:latin typeface="Nunito"/>
                <a:ea typeface="+mn-lt"/>
                <a:cs typeface="+mn-lt"/>
              </a:rPr>
              <a:t>Unsupervised Learning</a:t>
            </a:r>
            <a:endParaRPr lang="en-US" sz="2000">
              <a:latin typeface="Nunito"/>
            </a:endParaRPr>
          </a:p>
          <a:p>
            <a:pPr marL="800100" lvl="1" indent="-342900">
              <a:buFont typeface="Arial"/>
              <a:buChar char="•"/>
            </a:pPr>
            <a:r>
              <a:rPr lang="en-US" sz="2000" dirty="0">
                <a:solidFill>
                  <a:srgbClr val="374151"/>
                </a:solidFill>
                <a:latin typeface="Nunito"/>
                <a:ea typeface="+mn-lt"/>
                <a:cs typeface="+mn-lt"/>
              </a:rPr>
              <a:t>Deals with unlabeled data.</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Identifies hidden patterns and structures within the data.</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Useful for clustering and dimensionality reduction.</a:t>
            </a:r>
            <a:endParaRPr lang="en-US" sz="2000" dirty="0">
              <a:latin typeface="Nunito"/>
            </a:endParaRPr>
          </a:p>
          <a:p>
            <a:pPr marL="342900" indent="-342900">
              <a:buFont typeface="Arial"/>
              <a:buChar char="•"/>
            </a:pPr>
            <a:endParaRPr lang="en-US" sz="2000" b="1" dirty="0">
              <a:solidFill>
                <a:srgbClr val="374151"/>
              </a:solidFill>
              <a:latin typeface="Nunito"/>
              <a:ea typeface="+mn-lt"/>
              <a:cs typeface="+mn-lt"/>
            </a:endParaRPr>
          </a:p>
          <a:p>
            <a:pPr marL="342900" indent="-342900">
              <a:buFont typeface="Arial"/>
              <a:buChar char="•"/>
            </a:pPr>
            <a:r>
              <a:rPr lang="en-US" sz="2000" b="1" dirty="0">
                <a:solidFill>
                  <a:srgbClr val="374151"/>
                </a:solidFill>
                <a:latin typeface="Nunito"/>
                <a:ea typeface="+mn-lt"/>
                <a:cs typeface="+mn-lt"/>
              </a:rPr>
              <a:t>Reinforcement Learning</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Learning through interactions with an environment.</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Receives rewards or penalties based on actions taken.</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Applied in autonomous systems and game playing.</a:t>
            </a:r>
            <a:endParaRPr lang="en-US" sz="2000" dirty="0">
              <a:latin typeface="Nunito"/>
            </a:endParaRPr>
          </a:p>
        </p:txBody>
      </p:sp>
    </p:spTree>
    <p:extLst>
      <p:ext uri="{BB962C8B-B14F-4D97-AF65-F5344CB8AC3E}">
        <p14:creationId xmlns:p14="http://schemas.microsoft.com/office/powerpoint/2010/main" val="2393680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665835" y="259125"/>
            <a:ext cx="696173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Types of Machine Learning</a:t>
            </a:r>
          </a:p>
        </p:txBody>
      </p:sp>
      <p:sp>
        <p:nvSpPr>
          <p:cNvPr id="2" name="TextBox 1">
            <a:extLst>
              <a:ext uri="{FF2B5EF4-FFF2-40B4-BE49-F238E27FC236}">
                <a16:creationId xmlns:a16="http://schemas.microsoft.com/office/drawing/2014/main" id="{F7761F45-99CF-5094-8BAE-64DDA34139B5}"/>
              </a:ext>
            </a:extLst>
          </p:cNvPr>
          <p:cNvSpPr txBox="1"/>
          <p:nvPr/>
        </p:nvSpPr>
        <p:spPr>
          <a:xfrm>
            <a:off x="677567" y="1229514"/>
            <a:ext cx="11078044" cy="400110"/>
          </a:xfrm>
          <a:prstGeom prst="rect">
            <a:avLst/>
          </a:prstGeom>
          <a:noFill/>
        </p:spPr>
        <p:txBody>
          <a:bodyPr wrap="square" lIns="91440" tIns="45720" rIns="91440" bIns="45720" anchor="t">
            <a:spAutoFit/>
          </a:bodyPr>
          <a:lstStyle/>
          <a:p>
            <a:pPr marL="342900" indent="-342900">
              <a:buFont typeface="Arial"/>
              <a:buChar char="•"/>
            </a:pPr>
            <a:endParaRPr lang="en-US" sz="2000" b="1" dirty="0">
              <a:solidFill>
                <a:srgbClr val="374151"/>
              </a:solidFill>
              <a:latin typeface="Nunito"/>
              <a:ea typeface="Calibri"/>
              <a:cs typeface="Calibri"/>
            </a:endParaRPr>
          </a:p>
        </p:txBody>
      </p:sp>
      <p:pic>
        <p:nvPicPr>
          <p:cNvPr id="3" name="Picture 2" descr="Coding Deep Learning For Beginners | by Kamil Krzyk | Towards Data Science">
            <a:extLst>
              <a:ext uri="{FF2B5EF4-FFF2-40B4-BE49-F238E27FC236}">
                <a16:creationId xmlns:a16="http://schemas.microsoft.com/office/drawing/2014/main" id="{E45D56F4-E116-9BEC-49D3-E076ADA6E606}"/>
              </a:ext>
            </a:extLst>
          </p:cNvPr>
          <p:cNvPicPr>
            <a:picLocks noChangeAspect="1"/>
          </p:cNvPicPr>
          <p:nvPr/>
        </p:nvPicPr>
        <p:blipFill>
          <a:blip r:embed="rId2"/>
          <a:stretch>
            <a:fillRect/>
          </a:stretch>
        </p:blipFill>
        <p:spPr>
          <a:xfrm>
            <a:off x="1526988" y="896299"/>
            <a:ext cx="8465669" cy="5722812"/>
          </a:xfrm>
          <a:prstGeom prst="rect">
            <a:avLst/>
          </a:prstGeom>
        </p:spPr>
      </p:pic>
    </p:spTree>
    <p:extLst>
      <p:ext uri="{BB962C8B-B14F-4D97-AF65-F5344CB8AC3E}">
        <p14:creationId xmlns:p14="http://schemas.microsoft.com/office/powerpoint/2010/main" val="1794145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383011" y="259125"/>
            <a:ext cx="5402869"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Supervised Learning</a:t>
            </a:r>
          </a:p>
        </p:txBody>
      </p:sp>
      <p:sp>
        <p:nvSpPr>
          <p:cNvPr id="2" name="TextBox 1">
            <a:extLst>
              <a:ext uri="{FF2B5EF4-FFF2-40B4-BE49-F238E27FC236}">
                <a16:creationId xmlns:a16="http://schemas.microsoft.com/office/drawing/2014/main" id="{F7761F45-99CF-5094-8BAE-64DDA34139B5}"/>
              </a:ext>
            </a:extLst>
          </p:cNvPr>
          <p:cNvSpPr txBox="1"/>
          <p:nvPr/>
        </p:nvSpPr>
        <p:spPr>
          <a:xfrm>
            <a:off x="4940784" y="1199631"/>
            <a:ext cx="6914436" cy="4708981"/>
          </a:xfrm>
          <a:prstGeom prst="rect">
            <a:avLst/>
          </a:prstGeom>
          <a:noFill/>
        </p:spPr>
        <p:txBody>
          <a:bodyPr wrap="square" lIns="91440" tIns="45720" rIns="91440" bIns="45720" anchor="t">
            <a:spAutoFit/>
          </a:bodyPr>
          <a:lstStyle/>
          <a:p>
            <a:pPr marL="342900" indent="-342900">
              <a:buFont typeface="Arial"/>
              <a:buChar char="•"/>
            </a:pPr>
            <a:r>
              <a:rPr lang="en-US" sz="2000" b="1" dirty="0">
                <a:solidFill>
                  <a:srgbClr val="374151"/>
                </a:solidFill>
                <a:latin typeface="Nunito"/>
                <a:ea typeface="+mn-lt"/>
                <a:cs typeface="+mn-lt"/>
              </a:rPr>
              <a:t>Definition of Supervised Learning</a:t>
            </a:r>
            <a:endParaRPr lang="en-US" sz="2000" b="1" dirty="0">
              <a:solidFill>
                <a:srgbClr val="374151"/>
              </a:solidFill>
              <a:latin typeface="Nunito"/>
              <a:ea typeface="Calibri"/>
              <a:cs typeface="Calibri"/>
            </a:endParaRPr>
          </a:p>
          <a:p>
            <a:pPr marL="800100" lvl="1" indent="-342900">
              <a:buFont typeface="Arial"/>
              <a:buChar char="•"/>
            </a:pPr>
            <a:r>
              <a:rPr lang="en-US" sz="2000" dirty="0">
                <a:solidFill>
                  <a:srgbClr val="374151"/>
                </a:solidFill>
                <a:latin typeface="Nunito"/>
                <a:ea typeface="+mn-lt"/>
                <a:cs typeface="+mn-lt"/>
              </a:rPr>
              <a:t>Involves labeled examples for training.</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Model learns to predict labels for new, unseen data.</a:t>
            </a:r>
            <a:endParaRPr lang="en-US" sz="2000" dirty="0">
              <a:latin typeface="Nunito"/>
            </a:endParaRPr>
          </a:p>
          <a:p>
            <a:pPr marL="342900" indent="-342900">
              <a:buFont typeface="Arial"/>
              <a:buChar char="•"/>
            </a:pPr>
            <a:endParaRPr lang="en-US" sz="2000" b="1" dirty="0">
              <a:solidFill>
                <a:srgbClr val="374151"/>
              </a:solidFill>
              <a:latin typeface="Nunito"/>
              <a:ea typeface="+mn-lt"/>
              <a:cs typeface="+mn-lt"/>
            </a:endParaRPr>
          </a:p>
          <a:p>
            <a:pPr marL="342900" indent="-342900">
              <a:buFont typeface="Arial"/>
              <a:buChar char="•"/>
            </a:pPr>
            <a:r>
              <a:rPr lang="en-US" sz="2000" b="1" dirty="0">
                <a:solidFill>
                  <a:srgbClr val="374151"/>
                </a:solidFill>
                <a:latin typeface="Nunito"/>
                <a:ea typeface="+mn-lt"/>
                <a:cs typeface="+mn-lt"/>
              </a:rPr>
              <a:t>Clear Target Variable</a:t>
            </a:r>
            <a:endParaRPr lang="en-US" sz="2000">
              <a:latin typeface="Nunito"/>
            </a:endParaRPr>
          </a:p>
          <a:p>
            <a:pPr marL="800100" lvl="1" indent="-342900">
              <a:buFont typeface="Arial"/>
              <a:buChar char="•"/>
            </a:pPr>
            <a:r>
              <a:rPr lang="en-US" sz="2000" dirty="0">
                <a:solidFill>
                  <a:srgbClr val="374151"/>
                </a:solidFill>
                <a:latin typeface="Nunito"/>
                <a:ea typeface="+mn-lt"/>
                <a:cs typeface="+mn-lt"/>
              </a:rPr>
              <a:t>Often used when you have a well-defined target variable.</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Example: Predicting house prices based on features like size, location, and number of bedrooms.</a:t>
            </a:r>
            <a:endParaRPr lang="en-US" sz="2000" dirty="0">
              <a:latin typeface="Nunito"/>
            </a:endParaRPr>
          </a:p>
          <a:p>
            <a:pPr marL="342900" indent="-342900">
              <a:buFont typeface="Arial"/>
              <a:buChar char="•"/>
            </a:pPr>
            <a:endParaRPr lang="en-US" sz="2000" b="1" dirty="0">
              <a:solidFill>
                <a:srgbClr val="374151"/>
              </a:solidFill>
              <a:latin typeface="Nunito"/>
              <a:ea typeface="+mn-lt"/>
              <a:cs typeface="+mn-lt"/>
            </a:endParaRPr>
          </a:p>
          <a:p>
            <a:pPr marL="342900" indent="-342900">
              <a:buFont typeface="Arial"/>
              <a:buChar char="•"/>
            </a:pPr>
            <a:r>
              <a:rPr lang="en-US" sz="2000" b="1" dirty="0">
                <a:solidFill>
                  <a:srgbClr val="374151"/>
                </a:solidFill>
                <a:latin typeface="Nunito"/>
                <a:ea typeface="+mn-lt"/>
                <a:cs typeface="+mn-lt"/>
              </a:rPr>
              <a:t>Common Applications</a:t>
            </a:r>
            <a:endParaRPr lang="en-US" sz="2000">
              <a:latin typeface="Nunito"/>
            </a:endParaRPr>
          </a:p>
          <a:p>
            <a:pPr marL="800100" lvl="1" indent="-342900">
              <a:buFont typeface="Arial"/>
              <a:buChar char="•"/>
            </a:pPr>
            <a:r>
              <a:rPr lang="en-US" sz="2000" dirty="0">
                <a:solidFill>
                  <a:srgbClr val="374151"/>
                </a:solidFill>
                <a:latin typeface="Nunito"/>
                <a:ea typeface="+mn-lt"/>
                <a:cs typeface="+mn-lt"/>
              </a:rPr>
              <a:t>Classification: Assigning categories (e.g., spam or not spam).</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Regression: Predicting numeric values (e.g., stock prices).</a:t>
            </a:r>
            <a:endParaRPr lang="en-US" sz="2000" dirty="0">
              <a:latin typeface="Nunito"/>
            </a:endParaRPr>
          </a:p>
        </p:txBody>
      </p:sp>
      <p:pic>
        <p:nvPicPr>
          <p:cNvPr id="3" name="Picture 2" descr="A diagram of a model training&#10;&#10;Description automatically generated">
            <a:extLst>
              <a:ext uri="{FF2B5EF4-FFF2-40B4-BE49-F238E27FC236}">
                <a16:creationId xmlns:a16="http://schemas.microsoft.com/office/drawing/2014/main" id="{5429A78C-897A-9213-BE8F-B55788B548FD}"/>
              </a:ext>
            </a:extLst>
          </p:cNvPr>
          <p:cNvPicPr>
            <a:picLocks noChangeAspect="1"/>
          </p:cNvPicPr>
          <p:nvPr/>
        </p:nvPicPr>
        <p:blipFill>
          <a:blip r:embed="rId2"/>
          <a:stretch>
            <a:fillRect/>
          </a:stretch>
        </p:blipFill>
        <p:spPr>
          <a:xfrm>
            <a:off x="138165" y="2473913"/>
            <a:ext cx="4715434" cy="2362697"/>
          </a:xfrm>
          <a:prstGeom prst="rect">
            <a:avLst/>
          </a:prstGeom>
        </p:spPr>
      </p:pic>
    </p:spTree>
    <p:extLst>
      <p:ext uri="{BB962C8B-B14F-4D97-AF65-F5344CB8AC3E}">
        <p14:creationId xmlns:p14="http://schemas.microsoft.com/office/powerpoint/2010/main" val="3802794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095011" y="307125"/>
            <a:ext cx="6002869"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Unsupervised Learning</a:t>
            </a:r>
          </a:p>
        </p:txBody>
      </p:sp>
      <p:sp>
        <p:nvSpPr>
          <p:cNvPr id="2" name="TextBox 1">
            <a:extLst>
              <a:ext uri="{FF2B5EF4-FFF2-40B4-BE49-F238E27FC236}">
                <a16:creationId xmlns:a16="http://schemas.microsoft.com/office/drawing/2014/main" id="{F7761F45-99CF-5094-8BAE-64DDA34139B5}"/>
              </a:ext>
            </a:extLst>
          </p:cNvPr>
          <p:cNvSpPr txBox="1"/>
          <p:nvPr/>
        </p:nvSpPr>
        <p:spPr>
          <a:xfrm>
            <a:off x="5402784" y="1385631"/>
            <a:ext cx="6710436" cy="5016758"/>
          </a:xfrm>
          <a:prstGeom prst="rect">
            <a:avLst/>
          </a:prstGeom>
          <a:noFill/>
        </p:spPr>
        <p:txBody>
          <a:bodyPr wrap="square" lIns="91440" tIns="45720" rIns="91440" bIns="45720" anchor="t">
            <a:spAutoFit/>
          </a:bodyPr>
          <a:lstStyle/>
          <a:p>
            <a:pPr marL="342900" indent="-342900">
              <a:buFont typeface="Arial"/>
              <a:buChar char="•"/>
            </a:pPr>
            <a:r>
              <a:rPr lang="en-US" sz="2000" b="1" dirty="0">
                <a:solidFill>
                  <a:srgbClr val="374151"/>
                </a:solidFill>
                <a:latin typeface="Nunito"/>
                <a:ea typeface="+mn-lt"/>
                <a:cs typeface="+mn-lt"/>
              </a:rPr>
              <a:t>Defining Unsupervised Learning</a:t>
            </a:r>
            <a:endParaRPr lang="en-US" sz="2000" b="1" dirty="0">
              <a:solidFill>
                <a:srgbClr val="374151"/>
              </a:solidFill>
              <a:latin typeface="Nunito"/>
              <a:ea typeface="Calibri"/>
              <a:cs typeface="Calibri"/>
            </a:endParaRPr>
          </a:p>
          <a:p>
            <a:pPr marL="800100" lvl="1" indent="-342900">
              <a:buFont typeface="Arial"/>
              <a:buChar char="•"/>
            </a:pPr>
            <a:r>
              <a:rPr lang="en-US" sz="2000" dirty="0">
                <a:solidFill>
                  <a:srgbClr val="374151"/>
                </a:solidFill>
                <a:latin typeface="Nunito"/>
                <a:ea typeface="+mn-lt"/>
                <a:cs typeface="+mn-lt"/>
              </a:rPr>
              <a:t>It operates on unlabeled data, without specific target outcomes.</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The goal is to discover patterns or structures within the data.</a:t>
            </a:r>
            <a:endParaRPr lang="en-US" sz="2000" dirty="0">
              <a:latin typeface="Nunito"/>
            </a:endParaRPr>
          </a:p>
          <a:p>
            <a:pPr marL="342900" indent="-342900">
              <a:buFont typeface="Arial"/>
              <a:buChar char="•"/>
            </a:pPr>
            <a:endParaRPr lang="en-US" sz="2000" b="1" dirty="0">
              <a:solidFill>
                <a:srgbClr val="374151"/>
              </a:solidFill>
              <a:latin typeface="Nunito"/>
              <a:ea typeface="+mn-lt"/>
              <a:cs typeface="+mn-lt"/>
            </a:endParaRPr>
          </a:p>
          <a:p>
            <a:pPr marL="342900" indent="-342900">
              <a:buFont typeface="Arial"/>
              <a:buChar char="•"/>
            </a:pPr>
            <a:r>
              <a:rPr lang="en-US" sz="2000" b="1" dirty="0">
                <a:solidFill>
                  <a:srgbClr val="374151"/>
                </a:solidFill>
                <a:latin typeface="Nunito"/>
                <a:ea typeface="+mn-lt"/>
                <a:cs typeface="+mn-lt"/>
              </a:rPr>
              <a:t>No Target Labels</a:t>
            </a:r>
            <a:endParaRPr lang="en-US" sz="2000">
              <a:latin typeface="Nunito"/>
            </a:endParaRPr>
          </a:p>
          <a:p>
            <a:pPr marL="800100" lvl="1" indent="-342900">
              <a:buFont typeface="Arial"/>
              <a:buChar char="•"/>
            </a:pPr>
            <a:r>
              <a:rPr lang="en-US" sz="2000" dirty="0">
                <a:solidFill>
                  <a:srgbClr val="374151"/>
                </a:solidFill>
                <a:latin typeface="Nunito"/>
                <a:ea typeface="+mn-lt"/>
                <a:cs typeface="+mn-lt"/>
              </a:rPr>
              <a:t>Unlike supervised learning, there are no predefined target labels.</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The algorithm seeks to identify inherent data relationships.</a:t>
            </a:r>
            <a:endParaRPr lang="en-US" sz="2000" dirty="0">
              <a:latin typeface="Nunito"/>
            </a:endParaRPr>
          </a:p>
          <a:p>
            <a:pPr marL="342900" indent="-342900">
              <a:buFont typeface="Arial"/>
              <a:buChar char="•"/>
            </a:pPr>
            <a:endParaRPr lang="en-US" sz="2000" b="1" dirty="0">
              <a:solidFill>
                <a:srgbClr val="374151"/>
              </a:solidFill>
              <a:latin typeface="Nunito"/>
              <a:ea typeface="+mn-lt"/>
              <a:cs typeface="+mn-lt"/>
            </a:endParaRPr>
          </a:p>
          <a:p>
            <a:pPr marL="342900" indent="-342900">
              <a:buFont typeface="Arial"/>
              <a:buChar char="•"/>
            </a:pPr>
            <a:r>
              <a:rPr lang="en-US" sz="2000" b="1" dirty="0">
                <a:solidFill>
                  <a:srgbClr val="374151"/>
                </a:solidFill>
                <a:latin typeface="Nunito"/>
                <a:ea typeface="+mn-lt"/>
                <a:cs typeface="+mn-lt"/>
              </a:rPr>
              <a:t>Common Use Cases</a:t>
            </a:r>
            <a:endParaRPr lang="en-US" sz="2000">
              <a:latin typeface="Nunito"/>
            </a:endParaRPr>
          </a:p>
          <a:p>
            <a:pPr marL="800100" lvl="1" indent="-342900">
              <a:buFont typeface="Arial"/>
              <a:buChar char="•"/>
            </a:pPr>
            <a:r>
              <a:rPr lang="en-US" sz="2000" dirty="0">
                <a:solidFill>
                  <a:srgbClr val="374151"/>
                </a:solidFill>
                <a:latin typeface="Nunito"/>
                <a:ea typeface="+mn-lt"/>
                <a:cs typeface="+mn-lt"/>
              </a:rPr>
              <a:t>Clustering: Grouping similar data points together.</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Dimensionality Reduction: Simplifying data while preserving key features.</a:t>
            </a:r>
            <a:endParaRPr lang="en-US" sz="2000" dirty="0">
              <a:latin typeface="Nunito"/>
            </a:endParaRPr>
          </a:p>
        </p:txBody>
      </p:sp>
      <p:pic>
        <p:nvPicPr>
          <p:cNvPr id="4" name="Picture 3" descr="Clustering in Machine Learning - Javatpoint">
            <a:extLst>
              <a:ext uri="{FF2B5EF4-FFF2-40B4-BE49-F238E27FC236}">
                <a16:creationId xmlns:a16="http://schemas.microsoft.com/office/drawing/2014/main" id="{6670F3D7-1546-8B1F-41BE-8BD92E3A0D09}"/>
              </a:ext>
            </a:extLst>
          </p:cNvPr>
          <p:cNvPicPr>
            <a:picLocks noChangeAspect="1"/>
          </p:cNvPicPr>
          <p:nvPr/>
        </p:nvPicPr>
        <p:blipFill>
          <a:blip r:embed="rId2"/>
          <a:stretch>
            <a:fillRect/>
          </a:stretch>
        </p:blipFill>
        <p:spPr>
          <a:xfrm>
            <a:off x="254400" y="1969514"/>
            <a:ext cx="4957200" cy="3302971"/>
          </a:xfrm>
          <a:prstGeom prst="rect">
            <a:avLst/>
          </a:prstGeom>
        </p:spPr>
      </p:pic>
    </p:spTree>
    <p:extLst>
      <p:ext uri="{BB962C8B-B14F-4D97-AF65-F5344CB8AC3E}">
        <p14:creationId xmlns:p14="http://schemas.microsoft.com/office/powerpoint/2010/main" val="15428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726462" y="267282"/>
            <a:ext cx="6715065"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Reinforcement Learning</a:t>
            </a:r>
          </a:p>
        </p:txBody>
      </p:sp>
      <p:sp>
        <p:nvSpPr>
          <p:cNvPr id="2" name="TextBox 1">
            <a:extLst>
              <a:ext uri="{FF2B5EF4-FFF2-40B4-BE49-F238E27FC236}">
                <a16:creationId xmlns:a16="http://schemas.microsoft.com/office/drawing/2014/main" id="{F7761F45-99CF-5094-8BAE-64DDA34139B5}"/>
              </a:ext>
            </a:extLst>
          </p:cNvPr>
          <p:cNvSpPr txBox="1"/>
          <p:nvPr/>
        </p:nvSpPr>
        <p:spPr>
          <a:xfrm>
            <a:off x="5402784" y="1385631"/>
            <a:ext cx="6710436" cy="5016758"/>
          </a:xfrm>
          <a:prstGeom prst="rect">
            <a:avLst/>
          </a:prstGeom>
          <a:noFill/>
        </p:spPr>
        <p:txBody>
          <a:bodyPr wrap="square" lIns="91440" tIns="45720" rIns="91440" bIns="45720" anchor="t">
            <a:spAutoFit/>
          </a:bodyPr>
          <a:lstStyle/>
          <a:p>
            <a:pPr marL="171450" indent="-171450">
              <a:buFont typeface="Arial"/>
              <a:buChar char="•"/>
            </a:pPr>
            <a:r>
              <a:rPr lang="en-US" sz="2000" b="1" dirty="0">
                <a:solidFill>
                  <a:srgbClr val="374151"/>
                </a:solidFill>
                <a:latin typeface="Nunito"/>
                <a:ea typeface="+mn-lt"/>
                <a:cs typeface="+mn-lt"/>
              </a:rPr>
              <a:t>Exploring Reinforcement Learning</a:t>
            </a:r>
            <a:endParaRPr lang="en-US" sz="2000">
              <a:latin typeface="Nunito"/>
              <a:ea typeface="Calibri"/>
              <a:cs typeface="Calibri"/>
            </a:endParaRPr>
          </a:p>
          <a:p>
            <a:pPr marL="628650" lvl="1" indent="-171450">
              <a:buFont typeface="Arial"/>
              <a:buChar char="•"/>
            </a:pPr>
            <a:r>
              <a:rPr lang="en-US" sz="2000" dirty="0">
                <a:solidFill>
                  <a:srgbClr val="374151"/>
                </a:solidFill>
                <a:latin typeface="Nunito"/>
                <a:ea typeface="+mn-lt"/>
                <a:cs typeface="+mn-lt"/>
              </a:rPr>
              <a:t>It involves learning through interaction with an environment.</a:t>
            </a:r>
            <a:endParaRPr lang="en-US" sz="2000">
              <a:latin typeface="Nunito"/>
              <a:ea typeface="+mn-lt"/>
              <a:cs typeface="+mn-lt"/>
            </a:endParaRPr>
          </a:p>
          <a:p>
            <a:pPr marL="628650" lvl="1" indent="-171450">
              <a:buFont typeface="Arial"/>
              <a:buChar char="•"/>
            </a:pPr>
            <a:r>
              <a:rPr lang="en-US" sz="2000" dirty="0">
                <a:solidFill>
                  <a:srgbClr val="374151"/>
                </a:solidFill>
                <a:latin typeface="Nunito"/>
                <a:ea typeface="+mn-lt"/>
                <a:cs typeface="+mn-lt"/>
              </a:rPr>
              <a:t>Agents take actions to maximize cumulative rewards.</a:t>
            </a:r>
            <a:endParaRPr lang="en-US" sz="2000" dirty="0">
              <a:latin typeface="Nunito"/>
              <a:ea typeface="+mn-lt"/>
              <a:cs typeface="+mn-lt"/>
            </a:endParaRPr>
          </a:p>
          <a:p>
            <a:pPr marL="628650" lvl="1" indent="-171450">
              <a:buFont typeface="Arial"/>
              <a:buChar char="•"/>
            </a:pPr>
            <a:endParaRPr lang="en-US" sz="2000" dirty="0">
              <a:solidFill>
                <a:srgbClr val="374151"/>
              </a:solidFill>
              <a:latin typeface="Nunito"/>
              <a:ea typeface="+mn-lt"/>
              <a:cs typeface="+mn-lt"/>
            </a:endParaRPr>
          </a:p>
          <a:p>
            <a:pPr marL="171450" indent="-171450">
              <a:buFont typeface="Arial"/>
              <a:buChar char="•"/>
            </a:pPr>
            <a:r>
              <a:rPr lang="en-US" sz="2000" b="1" dirty="0">
                <a:solidFill>
                  <a:srgbClr val="374151"/>
                </a:solidFill>
                <a:latin typeface="Nunito"/>
                <a:ea typeface="+mn-lt"/>
                <a:cs typeface="+mn-lt"/>
              </a:rPr>
              <a:t>Reward-Based Learning</a:t>
            </a:r>
            <a:endParaRPr lang="en-US" sz="2000">
              <a:latin typeface="Nunito"/>
              <a:ea typeface="Calibri"/>
              <a:cs typeface="Calibri"/>
            </a:endParaRPr>
          </a:p>
          <a:p>
            <a:pPr marL="628650" lvl="1" indent="-171450">
              <a:buFont typeface="Arial"/>
              <a:buChar char="•"/>
            </a:pPr>
            <a:r>
              <a:rPr lang="en-US" sz="2000" dirty="0">
                <a:solidFill>
                  <a:srgbClr val="374151"/>
                </a:solidFill>
                <a:latin typeface="Nunito"/>
                <a:ea typeface="+mn-lt"/>
                <a:cs typeface="+mn-lt"/>
              </a:rPr>
              <a:t>Agents receive rewards or penalties based on their actions.</a:t>
            </a:r>
            <a:endParaRPr lang="en-US" sz="2000">
              <a:latin typeface="Nunito"/>
              <a:ea typeface="+mn-lt"/>
              <a:cs typeface="+mn-lt"/>
            </a:endParaRPr>
          </a:p>
          <a:p>
            <a:pPr marL="628650" lvl="1" indent="-171450">
              <a:buFont typeface="Arial"/>
              <a:buChar char="•"/>
            </a:pPr>
            <a:r>
              <a:rPr lang="en-US" sz="2000" dirty="0">
                <a:solidFill>
                  <a:srgbClr val="374151"/>
                </a:solidFill>
                <a:latin typeface="Nunito"/>
                <a:ea typeface="+mn-lt"/>
                <a:cs typeface="+mn-lt"/>
              </a:rPr>
              <a:t>Learn optimal strategies to maximize cumulative rewards over time.</a:t>
            </a:r>
            <a:endParaRPr lang="en-US" sz="2000">
              <a:latin typeface="Nunito"/>
              <a:ea typeface="+mn-lt"/>
              <a:cs typeface="+mn-lt"/>
            </a:endParaRPr>
          </a:p>
          <a:p>
            <a:pPr marL="628650" lvl="1" indent="-171450">
              <a:buFont typeface="Arial"/>
              <a:buChar char="•"/>
            </a:pPr>
            <a:endParaRPr lang="en-US" sz="2000" dirty="0">
              <a:solidFill>
                <a:srgbClr val="374151"/>
              </a:solidFill>
              <a:latin typeface="Nunito"/>
              <a:ea typeface="+mn-lt"/>
              <a:cs typeface="+mn-lt"/>
            </a:endParaRPr>
          </a:p>
          <a:p>
            <a:pPr marL="171450" indent="-171450">
              <a:buFont typeface="Arial"/>
              <a:buChar char="•"/>
            </a:pPr>
            <a:r>
              <a:rPr lang="en-US" sz="2000" b="1" dirty="0">
                <a:solidFill>
                  <a:srgbClr val="374151"/>
                </a:solidFill>
                <a:latin typeface="Nunito"/>
                <a:ea typeface="+mn-lt"/>
                <a:cs typeface="+mn-lt"/>
              </a:rPr>
              <a:t>Applications</a:t>
            </a:r>
            <a:endParaRPr lang="en-US" sz="2000" dirty="0">
              <a:latin typeface="Nunito"/>
              <a:ea typeface="Calibri"/>
              <a:cs typeface="Calibri"/>
            </a:endParaRPr>
          </a:p>
          <a:p>
            <a:pPr marL="628650" lvl="1" indent="-171450">
              <a:buFont typeface="Arial"/>
              <a:buChar char="•"/>
            </a:pPr>
            <a:r>
              <a:rPr lang="en-US" sz="2000" dirty="0">
                <a:solidFill>
                  <a:srgbClr val="374151"/>
                </a:solidFill>
                <a:latin typeface="Nunito"/>
                <a:ea typeface="+mn-lt"/>
                <a:cs typeface="+mn-lt"/>
              </a:rPr>
              <a:t>Autonomous Systems: Self-driving cars, robotics.</a:t>
            </a:r>
            <a:endParaRPr lang="en-US" sz="2000">
              <a:latin typeface="Nunito"/>
              <a:ea typeface="+mn-lt"/>
              <a:cs typeface="+mn-lt"/>
            </a:endParaRPr>
          </a:p>
          <a:p>
            <a:pPr marL="628650" lvl="1" indent="-171450">
              <a:buFont typeface="Arial"/>
              <a:buChar char="•"/>
            </a:pPr>
            <a:r>
              <a:rPr lang="en-US" sz="2000" dirty="0">
                <a:solidFill>
                  <a:srgbClr val="374151"/>
                </a:solidFill>
                <a:latin typeface="Nunito"/>
                <a:ea typeface="+mn-lt"/>
                <a:cs typeface="+mn-lt"/>
              </a:rPr>
              <a:t>Game Playing: Achieving superhuman performance in games.</a:t>
            </a:r>
            <a:endParaRPr lang="en-US" sz="2000">
              <a:latin typeface="Nunito"/>
              <a:ea typeface="+mn-lt"/>
              <a:cs typeface="+mn-lt"/>
            </a:endParaRPr>
          </a:p>
        </p:txBody>
      </p:sp>
      <p:pic>
        <p:nvPicPr>
          <p:cNvPr id="5" name="Picture 4" descr="Reinforcement Learning Tutorial - Javatpoint">
            <a:extLst>
              <a:ext uri="{FF2B5EF4-FFF2-40B4-BE49-F238E27FC236}">
                <a16:creationId xmlns:a16="http://schemas.microsoft.com/office/drawing/2014/main" id="{40C7FF46-B97B-CF57-6999-DAA562307A0E}"/>
              </a:ext>
            </a:extLst>
          </p:cNvPr>
          <p:cNvPicPr>
            <a:picLocks noChangeAspect="1"/>
          </p:cNvPicPr>
          <p:nvPr/>
        </p:nvPicPr>
        <p:blipFill>
          <a:blip r:embed="rId2"/>
          <a:stretch>
            <a:fillRect/>
          </a:stretch>
        </p:blipFill>
        <p:spPr>
          <a:xfrm>
            <a:off x="104400" y="1716024"/>
            <a:ext cx="5245200" cy="3635952"/>
          </a:xfrm>
          <a:prstGeom prst="rect">
            <a:avLst/>
          </a:prstGeom>
        </p:spPr>
      </p:pic>
    </p:spTree>
    <p:extLst>
      <p:ext uri="{BB962C8B-B14F-4D97-AF65-F5344CB8AC3E}">
        <p14:creationId xmlns:p14="http://schemas.microsoft.com/office/powerpoint/2010/main" val="1281757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98423" y="267282"/>
            <a:ext cx="519604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Data Preprocessing</a:t>
            </a:r>
          </a:p>
        </p:txBody>
      </p:sp>
      <p:sp>
        <p:nvSpPr>
          <p:cNvPr id="2" name="TextBox 1">
            <a:extLst>
              <a:ext uri="{FF2B5EF4-FFF2-40B4-BE49-F238E27FC236}">
                <a16:creationId xmlns:a16="http://schemas.microsoft.com/office/drawing/2014/main" id="{F7761F45-99CF-5094-8BAE-64DDA34139B5}"/>
              </a:ext>
            </a:extLst>
          </p:cNvPr>
          <p:cNvSpPr txBox="1"/>
          <p:nvPr/>
        </p:nvSpPr>
        <p:spPr>
          <a:xfrm>
            <a:off x="1179413" y="1226259"/>
            <a:ext cx="10500513" cy="4093428"/>
          </a:xfrm>
          <a:prstGeom prst="rect">
            <a:avLst/>
          </a:prstGeom>
          <a:noFill/>
        </p:spPr>
        <p:txBody>
          <a:bodyPr wrap="square" lIns="91440" tIns="45720" rIns="91440" bIns="45720" anchor="t">
            <a:spAutoFit/>
          </a:bodyPr>
          <a:lstStyle/>
          <a:p>
            <a:r>
              <a:rPr lang="en-US" sz="2000">
                <a:solidFill>
                  <a:srgbClr val="374151"/>
                </a:solidFill>
                <a:latin typeface="Nunito"/>
                <a:ea typeface="+mn-lt"/>
                <a:cs typeface="+mn-lt"/>
              </a:rPr>
              <a:t>Data Preprocessing It involves cleaning, transforming, and organizing raw data into a </a:t>
            </a:r>
            <a:r>
              <a:rPr lang="en-US" sz="2000" dirty="0">
                <a:solidFill>
                  <a:srgbClr val="374151"/>
                </a:solidFill>
                <a:latin typeface="Nunito"/>
                <a:ea typeface="+mn-lt"/>
                <a:cs typeface="+mn-lt"/>
              </a:rPr>
              <a:t>format that is suitable for analysis or for training machine learning models.</a:t>
            </a:r>
            <a:endParaRPr lang="en-US">
              <a:ea typeface="Calibri"/>
              <a:cs typeface="Calibri"/>
            </a:endParaRPr>
          </a:p>
          <a:p>
            <a:pPr marL="342900" indent="-342900">
              <a:buFont typeface="Arial"/>
              <a:buChar char="•"/>
            </a:pPr>
            <a:endParaRPr lang="en-US" sz="2000" dirty="0">
              <a:solidFill>
                <a:srgbClr val="374151"/>
              </a:solidFill>
              <a:latin typeface="Nunito"/>
              <a:ea typeface="+mn-lt"/>
              <a:cs typeface="+mn-lt"/>
            </a:endParaRPr>
          </a:p>
          <a:p>
            <a:r>
              <a:rPr lang="en-US" sz="2000" b="1">
                <a:solidFill>
                  <a:srgbClr val="374151"/>
                </a:solidFill>
                <a:latin typeface="Nunito"/>
                <a:ea typeface="+mn-lt"/>
                <a:cs typeface="+mn-lt"/>
              </a:rPr>
              <a:t>Importance of Data Preprocessing:</a:t>
            </a:r>
          </a:p>
          <a:p>
            <a:pPr marL="342900" indent="-342900">
              <a:buFont typeface="Arial"/>
              <a:buChar char="•"/>
            </a:pPr>
            <a:r>
              <a:rPr lang="en-US" sz="2000" dirty="0">
                <a:solidFill>
                  <a:srgbClr val="374151"/>
                </a:solidFill>
                <a:latin typeface="Nunito"/>
                <a:ea typeface="+mn-lt"/>
                <a:cs typeface="+mn-lt"/>
              </a:rPr>
              <a:t>Data quality improvement</a:t>
            </a:r>
          </a:p>
          <a:p>
            <a:pPr marL="342900" indent="-342900">
              <a:buFont typeface="Arial"/>
              <a:buChar char="•"/>
            </a:pPr>
            <a:r>
              <a:rPr lang="en-US" sz="2000" dirty="0">
                <a:solidFill>
                  <a:srgbClr val="374151"/>
                </a:solidFill>
                <a:latin typeface="Nunito"/>
                <a:ea typeface="+mn-lt"/>
                <a:cs typeface="+mn-lt"/>
              </a:rPr>
              <a:t>Feature engineering</a:t>
            </a:r>
          </a:p>
          <a:p>
            <a:pPr marL="342900" indent="-342900">
              <a:buFont typeface="Arial"/>
              <a:buChar char="•"/>
            </a:pPr>
            <a:r>
              <a:rPr lang="en-US" sz="2000" dirty="0">
                <a:solidFill>
                  <a:srgbClr val="374151"/>
                </a:solidFill>
                <a:latin typeface="Nunito"/>
                <a:ea typeface="+mn-lt"/>
                <a:cs typeface="+mn-lt"/>
              </a:rPr>
              <a:t>Scaling and normalization</a:t>
            </a:r>
          </a:p>
          <a:p>
            <a:pPr marL="342900" indent="-342900">
              <a:buFont typeface="Arial"/>
              <a:buChar char="•"/>
            </a:pPr>
            <a:r>
              <a:rPr lang="en-US" sz="2000" dirty="0">
                <a:solidFill>
                  <a:srgbClr val="374151"/>
                </a:solidFill>
                <a:latin typeface="Nunito"/>
                <a:ea typeface="+mn-lt"/>
                <a:cs typeface="+mn-lt"/>
              </a:rPr>
              <a:t>Handling missing values</a:t>
            </a:r>
          </a:p>
          <a:p>
            <a:pPr marL="342900" indent="-342900">
              <a:buFont typeface="Arial"/>
              <a:buChar char="•"/>
            </a:pPr>
            <a:r>
              <a:rPr lang="en-US" sz="2000" dirty="0">
                <a:solidFill>
                  <a:srgbClr val="374151"/>
                </a:solidFill>
                <a:latin typeface="Nunito"/>
                <a:ea typeface="+mn-lt"/>
                <a:cs typeface="+mn-lt"/>
              </a:rPr>
              <a:t>Outlier detection and treatment</a:t>
            </a:r>
          </a:p>
          <a:p>
            <a:pPr marL="342900" indent="-342900">
              <a:buFont typeface="Arial"/>
              <a:buChar char="•"/>
            </a:pPr>
            <a:r>
              <a:rPr lang="en-US" sz="2000" dirty="0">
                <a:solidFill>
                  <a:srgbClr val="374151"/>
                </a:solidFill>
                <a:latin typeface="Nunito"/>
                <a:ea typeface="+mn-lt"/>
                <a:cs typeface="+mn-lt"/>
              </a:rPr>
              <a:t>Categorical data encoding</a:t>
            </a:r>
          </a:p>
          <a:p>
            <a:pPr marL="342900" indent="-342900">
              <a:buFont typeface="Arial"/>
              <a:buChar char="•"/>
            </a:pPr>
            <a:r>
              <a:rPr lang="en-US" sz="2000" dirty="0">
                <a:solidFill>
                  <a:srgbClr val="374151"/>
                </a:solidFill>
                <a:latin typeface="Nunito"/>
                <a:ea typeface="+mn-lt"/>
                <a:cs typeface="+mn-lt"/>
              </a:rPr>
              <a:t>Dimensionality reduction</a:t>
            </a:r>
          </a:p>
          <a:p>
            <a:pPr marL="342900" indent="-342900">
              <a:buFont typeface="Arial"/>
              <a:buChar char="•"/>
            </a:pPr>
            <a:r>
              <a:rPr lang="en-US" sz="2000" dirty="0">
                <a:solidFill>
                  <a:srgbClr val="374151"/>
                </a:solidFill>
                <a:latin typeface="Nunito"/>
                <a:ea typeface="+mn-lt"/>
                <a:cs typeface="+mn-lt"/>
              </a:rPr>
              <a:t>Data splitting for evaluation</a:t>
            </a:r>
          </a:p>
          <a:p>
            <a:pPr marL="171450" indent="-171450">
              <a:buFont typeface="Arial"/>
              <a:buChar char="•"/>
            </a:pPr>
            <a:endParaRPr lang="en-US" sz="2000" dirty="0">
              <a:solidFill>
                <a:srgbClr val="374151"/>
              </a:solidFill>
              <a:latin typeface="Nunito"/>
              <a:ea typeface="+mn-lt"/>
              <a:cs typeface="+mn-lt"/>
            </a:endParaRPr>
          </a:p>
        </p:txBody>
      </p:sp>
      <p:pic>
        <p:nvPicPr>
          <p:cNvPr id="3" name="Picture 2" descr="A diagram of data processing&#10;&#10;Description automatically generated">
            <a:extLst>
              <a:ext uri="{FF2B5EF4-FFF2-40B4-BE49-F238E27FC236}">
                <a16:creationId xmlns:a16="http://schemas.microsoft.com/office/drawing/2014/main" id="{58064BE5-9B1B-FD78-B2DA-EBBF92C4CBE9}"/>
              </a:ext>
            </a:extLst>
          </p:cNvPr>
          <p:cNvPicPr>
            <a:picLocks noChangeAspect="1"/>
          </p:cNvPicPr>
          <p:nvPr/>
        </p:nvPicPr>
        <p:blipFill rotWithShape="1">
          <a:blip r:embed="rId2"/>
          <a:srcRect t="2354" r="-139" b="8407"/>
          <a:stretch/>
        </p:blipFill>
        <p:spPr>
          <a:xfrm>
            <a:off x="6492990" y="2150071"/>
            <a:ext cx="4832532" cy="4285004"/>
          </a:xfrm>
          <a:prstGeom prst="rect">
            <a:avLst/>
          </a:prstGeom>
        </p:spPr>
      </p:pic>
    </p:spTree>
    <p:extLst>
      <p:ext uri="{BB962C8B-B14F-4D97-AF65-F5344CB8AC3E}">
        <p14:creationId xmlns:p14="http://schemas.microsoft.com/office/powerpoint/2010/main" val="889843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367874" y="284713"/>
            <a:ext cx="745714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Steps in Data Preprocessing</a:t>
            </a:r>
          </a:p>
        </p:txBody>
      </p:sp>
      <p:sp>
        <p:nvSpPr>
          <p:cNvPr id="2" name="TextBox 1">
            <a:extLst>
              <a:ext uri="{FF2B5EF4-FFF2-40B4-BE49-F238E27FC236}">
                <a16:creationId xmlns:a16="http://schemas.microsoft.com/office/drawing/2014/main" id="{F7761F45-99CF-5094-8BAE-64DDA34139B5}"/>
              </a:ext>
            </a:extLst>
          </p:cNvPr>
          <p:cNvSpPr txBox="1"/>
          <p:nvPr/>
        </p:nvSpPr>
        <p:spPr>
          <a:xfrm>
            <a:off x="432354" y="1380652"/>
            <a:ext cx="5042004" cy="4708981"/>
          </a:xfrm>
          <a:prstGeom prst="rect">
            <a:avLst/>
          </a:prstGeom>
          <a:noFill/>
        </p:spPr>
        <p:txBody>
          <a:bodyPr wrap="square" lIns="91440" tIns="45720" rIns="91440" bIns="45720" anchor="t">
            <a:spAutoFit/>
          </a:bodyPr>
          <a:lstStyle/>
          <a:p>
            <a:pPr marL="342900" indent="-342900">
              <a:buFont typeface="Arial"/>
              <a:buChar char="•"/>
            </a:pPr>
            <a:r>
              <a:rPr lang="en-US" sz="2000" dirty="0">
                <a:solidFill>
                  <a:srgbClr val="374151"/>
                </a:solidFill>
                <a:latin typeface="Nunito"/>
                <a:ea typeface="+mn-lt"/>
                <a:cs typeface="+mn-lt"/>
              </a:rPr>
              <a:t>Data Collection</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Data Cleaning</a:t>
            </a:r>
            <a:endParaRPr lang="en-US" sz="2000" dirty="0">
              <a:latin typeface="Nunito"/>
            </a:endParaRPr>
          </a:p>
          <a:p>
            <a:pPr marL="800100" lvl="1" indent="-342900">
              <a:buFont typeface="Courier New"/>
              <a:buChar char="o"/>
            </a:pPr>
            <a:r>
              <a:rPr lang="en-US" sz="2000" dirty="0">
                <a:solidFill>
                  <a:srgbClr val="374151"/>
                </a:solidFill>
                <a:latin typeface="Nunito"/>
                <a:ea typeface="+mn-lt"/>
                <a:cs typeface="+mn-lt"/>
              </a:rPr>
              <a:t>Handle missing values</a:t>
            </a:r>
            <a:endParaRPr lang="en-US" sz="2000" dirty="0">
              <a:latin typeface="Nunito"/>
            </a:endParaRPr>
          </a:p>
          <a:p>
            <a:pPr marL="800100" lvl="1" indent="-342900">
              <a:buFont typeface="Courier New"/>
              <a:buChar char="o"/>
            </a:pPr>
            <a:r>
              <a:rPr lang="en-US" sz="2000" dirty="0">
                <a:solidFill>
                  <a:srgbClr val="374151"/>
                </a:solidFill>
                <a:latin typeface="Nunito"/>
                <a:ea typeface="+mn-lt"/>
                <a:cs typeface="+mn-lt"/>
              </a:rPr>
              <a:t>Remove duplicates</a:t>
            </a:r>
            <a:endParaRPr lang="en-US" sz="2000" dirty="0">
              <a:latin typeface="Nunito"/>
            </a:endParaRPr>
          </a:p>
          <a:p>
            <a:pPr marL="800100" lvl="1" indent="-342900">
              <a:buFont typeface="Courier New"/>
              <a:buChar char="o"/>
            </a:pPr>
            <a:r>
              <a:rPr lang="en-US" sz="2000" dirty="0">
                <a:solidFill>
                  <a:srgbClr val="374151"/>
                </a:solidFill>
                <a:latin typeface="Nunito"/>
                <a:ea typeface="+mn-lt"/>
                <a:cs typeface="+mn-lt"/>
              </a:rPr>
              <a:t>Correct errors</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Exploratory Data Analysis (EDA)</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Feature Engineering</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Data Encoding</a:t>
            </a:r>
            <a:endParaRPr lang="en-US" sz="2000" dirty="0">
              <a:latin typeface="Nunito"/>
            </a:endParaRPr>
          </a:p>
          <a:p>
            <a:pPr marL="800100" lvl="1" indent="-342900">
              <a:buFont typeface="Courier New"/>
              <a:buChar char="o"/>
            </a:pPr>
            <a:r>
              <a:rPr lang="en-US" sz="2000" dirty="0">
                <a:solidFill>
                  <a:srgbClr val="374151"/>
                </a:solidFill>
                <a:latin typeface="Nunito"/>
                <a:ea typeface="+mn-lt"/>
                <a:cs typeface="+mn-lt"/>
              </a:rPr>
              <a:t>Categorical variables to numerical</a:t>
            </a:r>
            <a:endParaRPr lang="en-US" sz="2000" dirty="0">
              <a:latin typeface="Nunito"/>
            </a:endParaRPr>
          </a:p>
          <a:p>
            <a:pPr marL="800100" lvl="1" indent="-342900">
              <a:buFont typeface="Courier New"/>
              <a:buChar char="o"/>
            </a:pPr>
            <a:r>
              <a:rPr lang="en-US" sz="2000" dirty="0">
                <a:solidFill>
                  <a:srgbClr val="374151"/>
                </a:solidFill>
                <a:latin typeface="Nunito"/>
                <a:ea typeface="+mn-lt"/>
                <a:cs typeface="+mn-lt"/>
              </a:rPr>
              <a:t>Ordinal variables (if needed)</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Normalization and Scaling</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Dimensionality Reduction (if needed)</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Data Splitting (train, validation, test)</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Data Transformation (if required)</a:t>
            </a:r>
            <a:endParaRPr lang="en-US" sz="2000" dirty="0">
              <a:latin typeface="Nunito"/>
            </a:endParaRPr>
          </a:p>
          <a:p>
            <a:pPr marL="342900" indent="-342900">
              <a:buFont typeface="Arial"/>
              <a:buChar char="•"/>
            </a:pPr>
            <a:endParaRPr lang="en-US" sz="2000" dirty="0">
              <a:solidFill>
                <a:srgbClr val="374151"/>
              </a:solidFill>
              <a:latin typeface="Nunito"/>
              <a:ea typeface="+mn-lt"/>
              <a:cs typeface="+mn-lt"/>
            </a:endParaRPr>
          </a:p>
        </p:txBody>
      </p:sp>
      <p:pic>
        <p:nvPicPr>
          <p:cNvPr id="4" name="Picture 3" descr="Data Preprocessing in Machine Learning">
            <a:extLst>
              <a:ext uri="{FF2B5EF4-FFF2-40B4-BE49-F238E27FC236}">
                <a16:creationId xmlns:a16="http://schemas.microsoft.com/office/drawing/2014/main" id="{0EA51E83-AB3F-39B7-2367-8A0833312A5B}"/>
              </a:ext>
            </a:extLst>
          </p:cNvPr>
          <p:cNvPicPr>
            <a:picLocks noChangeAspect="1"/>
          </p:cNvPicPr>
          <p:nvPr/>
        </p:nvPicPr>
        <p:blipFill rotWithShape="1">
          <a:blip r:embed="rId2"/>
          <a:srcRect l="8580" t="5673" r="7498" b="7119"/>
          <a:stretch/>
        </p:blipFill>
        <p:spPr>
          <a:xfrm>
            <a:off x="5421656" y="1509485"/>
            <a:ext cx="6772508" cy="4565643"/>
          </a:xfrm>
          <a:prstGeom prst="rect">
            <a:avLst/>
          </a:prstGeom>
        </p:spPr>
      </p:pic>
    </p:spTree>
    <p:extLst>
      <p:ext uri="{BB962C8B-B14F-4D97-AF65-F5344CB8AC3E}">
        <p14:creationId xmlns:p14="http://schemas.microsoft.com/office/powerpoint/2010/main" val="189096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367874" y="284713"/>
            <a:ext cx="745714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Steps in Data Preprocessing</a:t>
            </a:r>
          </a:p>
        </p:txBody>
      </p:sp>
      <p:sp>
        <p:nvSpPr>
          <p:cNvPr id="2" name="TextBox 1">
            <a:extLst>
              <a:ext uri="{FF2B5EF4-FFF2-40B4-BE49-F238E27FC236}">
                <a16:creationId xmlns:a16="http://schemas.microsoft.com/office/drawing/2014/main" id="{F7761F45-99CF-5094-8BAE-64DDA34139B5}"/>
              </a:ext>
            </a:extLst>
          </p:cNvPr>
          <p:cNvSpPr txBox="1"/>
          <p:nvPr/>
        </p:nvSpPr>
        <p:spPr>
          <a:xfrm>
            <a:off x="430229" y="980152"/>
            <a:ext cx="11513712" cy="5593839"/>
          </a:xfrm>
          <a:prstGeom prst="rect">
            <a:avLst/>
          </a:prstGeom>
          <a:noFill/>
        </p:spPr>
        <p:txBody>
          <a:bodyPr wrap="square" lIns="91440" tIns="45720" rIns="91440" bIns="45720" anchor="t">
            <a:spAutoFit/>
          </a:bodyPr>
          <a:lstStyle/>
          <a:p>
            <a:pPr marL="342900" indent="-342900">
              <a:lnSpc>
                <a:spcPct val="150000"/>
              </a:lnSpc>
              <a:buFont typeface="Arial"/>
              <a:buChar char="•"/>
            </a:pPr>
            <a:r>
              <a:rPr lang="en-US" sz="2000" b="1" dirty="0">
                <a:solidFill>
                  <a:srgbClr val="374151"/>
                </a:solidFill>
                <a:latin typeface="Nunito"/>
                <a:ea typeface="+mn-lt"/>
                <a:cs typeface="+mn-lt"/>
              </a:rPr>
              <a:t>Data Collection:</a:t>
            </a:r>
            <a:r>
              <a:rPr lang="en-US" sz="2000" dirty="0">
                <a:solidFill>
                  <a:srgbClr val="374151"/>
                </a:solidFill>
                <a:latin typeface="Nunito"/>
                <a:ea typeface="+mn-lt"/>
                <a:cs typeface="+mn-lt"/>
              </a:rPr>
              <a:t> Gather the raw data from various sources, such as databases, files, or web scraping.</a:t>
            </a:r>
            <a:endParaRPr lang="en-US">
              <a:ea typeface="Calibri"/>
              <a:cs typeface="Calibri"/>
            </a:endParaRPr>
          </a:p>
          <a:p>
            <a:pPr marL="342900" indent="-342900">
              <a:lnSpc>
                <a:spcPct val="150000"/>
              </a:lnSpc>
              <a:buFont typeface="Arial"/>
              <a:buChar char="•"/>
            </a:pPr>
            <a:r>
              <a:rPr lang="en-US" sz="2000" b="1" dirty="0">
                <a:solidFill>
                  <a:srgbClr val="374151"/>
                </a:solidFill>
                <a:latin typeface="Nunito"/>
                <a:ea typeface="+mn-lt"/>
                <a:cs typeface="+mn-lt"/>
              </a:rPr>
              <a:t>Data Cleaning:</a:t>
            </a:r>
            <a:r>
              <a:rPr lang="en-US" sz="2000" dirty="0">
                <a:solidFill>
                  <a:srgbClr val="374151"/>
                </a:solidFill>
                <a:latin typeface="Nunito"/>
                <a:ea typeface="+mn-lt"/>
                <a:cs typeface="+mn-lt"/>
              </a:rPr>
              <a:t> Clean the data by handling missing values, removing duplicate records, and correcting any noticeable errors.</a:t>
            </a:r>
          </a:p>
          <a:p>
            <a:pPr marL="342900" indent="-342900">
              <a:lnSpc>
                <a:spcPct val="150000"/>
              </a:lnSpc>
              <a:buFont typeface="Arial"/>
              <a:buChar char="•"/>
            </a:pPr>
            <a:r>
              <a:rPr lang="en-US" sz="2000" b="1" dirty="0">
                <a:solidFill>
                  <a:srgbClr val="374151"/>
                </a:solidFill>
                <a:latin typeface="Nunito"/>
                <a:ea typeface="+mn-lt"/>
                <a:cs typeface="+mn-lt"/>
              </a:rPr>
              <a:t>Handle Missing Values:</a:t>
            </a:r>
            <a:r>
              <a:rPr lang="en-US" sz="2000" dirty="0">
                <a:solidFill>
                  <a:srgbClr val="374151"/>
                </a:solidFill>
                <a:latin typeface="Nunito"/>
                <a:ea typeface="+mn-lt"/>
                <a:cs typeface="+mn-lt"/>
              </a:rPr>
              <a:t> Address any missing values in the dataset by either imputing values or removing incomplete records.</a:t>
            </a:r>
          </a:p>
          <a:p>
            <a:pPr marL="342900" indent="-342900">
              <a:lnSpc>
                <a:spcPct val="150000"/>
              </a:lnSpc>
              <a:buFont typeface="Arial"/>
              <a:buChar char="•"/>
            </a:pPr>
            <a:r>
              <a:rPr lang="en-US" sz="2000" b="1" dirty="0">
                <a:solidFill>
                  <a:srgbClr val="374151"/>
                </a:solidFill>
                <a:latin typeface="Nunito"/>
                <a:ea typeface="+mn-lt"/>
                <a:cs typeface="+mn-lt"/>
              </a:rPr>
              <a:t>Remove Duplicates:</a:t>
            </a:r>
            <a:r>
              <a:rPr lang="en-US" sz="2000" dirty="0">
                <a:solidFill>
                  <a:srgbClr val="374151"/>
                </a:solidFill>
                <a:latin typeface="Nunito"/>
                <a:ea typeface="+mn-lt"/>
                <a:cs typeface="+mn-lt"/>
              </a:rPr>
              <a:t> Identify and remove duplicate entries from the dataset to ensure data integrity.</a:t>
            </a:r>
          </a:p>
          <a:p>
            <a:pPr marL="342900" indent="-342900">
              <a:lnSpc>
                <a:spcPct val="150000"/>
              </a:lnSpc>
              <a:buFont typeface="Arial"/>
              <a:buChar char="•"/>
            </a:pPr>
            <a:r>
              <a:rPr lang="en-US" sz="2000" b="1" dirty="0">
                <a:solidFill>
                  <a:srgbClr val="374151"/>
                </a:solidFill>
                <a:latin typeface="Nunito"/>
                <a:ea typeface="+mn-lt"/>
                <a:cs typeface="+mn-lt"/>
              </a:rPr>
              <a:t>Correct Errors:</a:t>
            </a:r>
            <a:r>
              <a:rPr lang="en-US" sz="2000" dirty="0">
                <a:solidFill>
                  <a:srgbClr val="374151"/>
                </a:solidFill>
                <a:latin typeface="Nunito"/>
                <a:ea typeface="+mn-lt"/>
                <a:cs typeface="+mn-lt"/>
              </a:rPr>
              <a:t> If any noticeable errors or inconsistencies are present, correct them to improve data quality.</a:t>
            </a:r>
          </a:p>
          <a:p>
            <a:pPr marL="342900" indent="-342900">
              <a:lnSpc>
                <a:spcPct val="150000"/>
              </a:lnSpc>
              <a:buFont typeface="Arial"/>
              <a:buChar char="•"/>
            </a:pPr>
            <a:r>
              <a:rPr lang="en-US" sz="2000" b="1" dirty="0">
                <a:solidFill>
                  <a:srgbClr val="374151"/>
                </a:solidFill>
                <a:latin typeface="Nunito"/>
                <a:ea typeface="+mn-lt"/>
                <a:cs typeface="+mn-lt"/>
              </a:rPr>
              <a:t>Exploratory Data Analysis (EDA):</a:t>
            </a:r>
            <a:r>
              <a:rPr lang="en-US" sz="2000" dirty="0">
                <a:solidFill>
                  <a:srgbClr val="374151"/>
                </a:solidFill>
                <a:latin typeface="Nunito"/>
                <a:ea typeface="+mn-lt"/>
                <a:cs typeface="+mn-lt"/>
              </a:rPr>
              <a:t> Understand the data through visualizations and summary statistics to gain insights and identify patterns.</a:t>
            </a:r>
          </a:p>
        </p:txBody>
      </p:sp>
    </p:spTree>
    <p:extLst>
      <p:ext uri="{BB962C8B-B14F-4D97-AF65-F5344CB8AC3E}">
        <p14:creationId xmlns:p14="http://schemas.microsoft.com/office/powerpoint/2010/main" val="3932013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367874" y="284713"/>
            <a:ext cx="745714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Steps in Data Preprocessing</a:t>
            </a:r>
          </a:p>
        </p:txBody>
      </p:sp>
      <p:sp>
        <p:nvSpPr>
          <p:cNvPr id="2" name="TextBox 1">
            <a:extLst>
              <a:ext uri="{FF2B5EF4-FFF2-40B4-BE49-F238E27FC236}">
                <a16:creationId xmlns:a16="http://schemas.microsoft.com/office/drawing/2014/main" id="{F7761F45-99CF-5094-8BAE-64DDA34139B5}"/>
              </a:ext>
            </a:extLst>
          </p:cNvPr>
          <p:cNvSpPr txBox="1"/>
          <p:nvPr/>
        </p:nvSpPr>
        <p:spPr>
          <a:xfrm>
            <a:off x="432354" y="1070110"/>
            <a:ext cx="11513712" cy="5593839"/>
          </a:xfrm>
          <a:prstGeom prst="rect">
            <a:avLst/>
          </a:prstGeom>
          <a:noFill/>
        </p:spPr>
        <p:txBody>
          <a:bodyPr wrap="square" lIns="91440" tIns="45720" rIns="91440" bIns="45720" anchor="t">
            <a:spAutoFit/>
          </a:bodyPr>
          <a:lstStyle/>
          <a:p>
            <a:pPr marL="342900" indent="-342900">
              <a:lnSpc>
                <a:spcPct val="150000"/>
              </a:lnSpc>
              <a:buFont typeface="Arial"/>
              <a:buChar char="•"/>
            </a:pPr>
            <a:r>
              <a:rPr lang="en-US" sz="2000" b="1" dirty="0">
                <a:solidFill>
                  <a:srgbClr val="374151"/>
                </a:solidFill>
                <a:latin typeface="Nunito"/>
                <a:ea typeface="+mn-lt"/>
                <a:cs typeface="+mn-lt"/>
              </a:rPr>
              <a:t>Feature Engineering:</a:t>
            </a:r>
            <a:r>
              <a:rPr lang="en-US" sz="2000" dirty="0">
                <a:solidFill>
                  <a:srgbClr val="374151"/>
                </a:solidFill>
                <a:latin typeface="Nunito"/>
                <a:ea typeface="+mn-lt"/>
                <a:cs typeface="+mn-lt"/>
              </a:rPr>
              <a:t> Create new features or transform existing ones to better represent the underlying data patterns.</a:t>
            </a:r>
          </a:p>
          <a:p>
            <a:pPr marL="342900" indent="-342900">
              <a:lnSpc>
                <a:spcPct val="150000"/>
              </a:lnSpc>
              <a:buFont typeface="Arial"/>
              <a:buChar char="•"/>
            </a:pPr>
            <a:r>
              <a:rPr lang="en-US" sz="2000" b="1" dirty="0">
                <a:solidFill>
                  <a:srgbClr val="374151"/>
                </a:solidFill>
                <a:latin typeface="Nunito"/>
                <a:ea typeface="+mn-lt"/>
                <a:cs typeface="+mn-lt"/>
              </a:rPr>
              <a:t>Data Encoding:</a:t>
            </a:r>
            <a:r>
              <a:rPr lang="en-US" sz="2000" dirty="0">
                <a:solidFill>
                  <a:srgbClr val="374151"/>
                </a:solidFill>
                <a:latin typeface="Nunito"/>
                <a:ea typeface="+mn-lt"/>
                <a:cs typeface="+mn-lt"/>
              </a:rPr>
              <a:t> Convert categorical variables into a numerical format, such as one-hot encoding for nominal variables and ordinal encoding for ordinal variables (if applicable).</a:t>
            </a:r>
            <a:endParaRPr lang="en-US" sz="2000">
              <a:solidFill>
                <a:srgbClr val="374151"/>
              </a:solidFill>
              <a:latin typeface="Nunito"/>
              <a:ea typeface="+mn-lt"/>
              <a:cs typeface="+mn-lt"/>
            </a:endParaRPr>
          </a:p>
          <a:p>
            <a:pPr marL="342900" indent="-342900">
              <a:lnSpc>
                <a:spcPct val="150000"/>
              </a:lnSpc>
              <a:buFont typeface="Arial"/>
              <a:buChar char="•"/>
            </a:pPr>
            <a:r>
              <a:rPr lang="en-US" sz="2000" b="1" dirty="0">
                <a:solidFill>
                  <a:srgbClr val="374151"/>
                </a:solidFill>
                <a:latin typeface="Nunito"/>
                <a:ea typeface="+mn-lt"/>
                <a:cs typeface="+mn-lt"/>
              </a:rPr>
              <a:t>Normalization and Scaling</a:t>
            </a:r>
            <a:r>
              <a:rPr lang="en-US" sz="2000" dirty="0">
                <a:solidFill>
                  <a:srgbClr val="374151"/>
                </a:solidFill>
                <a:latin typeface="Nunito"/>
                <a:ea typeface="+mn-lt"/>
                <a:cs typeface="+mn-lt"/>
              </a:rPr>
              <a:t>: Scale numerical features to a similar range to ensure that no single feature dominates the others.</a:t>
            </a:r>
            <a:endParaRPr lang="en-US" sz="2000">
              <a:solidFill>
                <a:srgbClr val="374151"/>
              </a:solidFill>
              <a:latin typeface="Nunito"/>
              <a:ea typeface="+mn-lt"/>
              <a:cs typeface="+mn-lt"/>
            </a:endParaRPr>
          </a:p>
          <a:p>
            <a:pPr marL="342900" indent="-342900">
              <a:lnSpc>
                <a:spcPct val="150000"/>
              </a:lnSpc>
              <a:buFont typeface="Arial"/>
              <a:buChar char="•"/>
            </a:pPr>
            <a:r>
              <a:rPr lang="en-US" sz="2000" b="1" dirty="0">
                <a:solidFill>
                  <a:srgbClr val="374151"/>
                </a:solidFill>
                <a:latin typeface="Nunito"/>
                <a:ea typeface="+mn-lt"/>
                <a:cs typeface="+mn-lt"/>
              </a:rPr>
              <a:t>Dimensionality Reduction (if needed):</a:t>
            </a:r>
            <a:r>
              <a:rPr lang="en-US" sz="2000" dirty="0">
                <a:solidFill>
                  <a:srgbClr val="374151"/>
                </a:solidFill>
                <a:latin typeface="Nunito"/>
                <a:ea typeface="+mn-lt"/>
                <a:cs typeface="+mn-lt"/>
              </a:rPr>
              <a:t> Reduce the number of features while preserving important information using techniques like Principal Component Analysis (PCA).</a:t>
            </a:r>
            <a:endParaRPr lang="en-US" sz="2000">
              <a:solidFill>
                <a:srgbClr val="374151"/>
              </a:solidFill>
              <a:latin typeface="Nunito"/>
              <a:ea typeface="+mn-lt"/>
              <a:cs typeface="+mn-lt"/>
            </a:endParaRPr>
          </a:p>
          <a:p>
            <a:pPr marL="342900" indent="-342900">
              <a:lnSpc>
                <a:spcPct val="150000"/>
              </a:lnSpc>
              <a:buFont typeface="Arial"/>
              <a:buChar char="•"/>
            </a:pPr>
            <a:r>
              <a:rPr lang="en-US" sz="2000" b="1" dirty="0">
                <a:solidFill>
                  <a:srgbClr val="374151"/>
                </a:solidFill>
                <a:latin typeface="Nunito"/>
                <a:ea typeface="+mn-lt"/>
                <a:cs typeface="+mn-lt"/>
              </a:rPr>
              <a:t>Data Splitting (train, validation, test):</a:t>
            </a:r>
            <a:r>
              <a:rPr lang="en-US" sz="2000" dirty="0">
                <a:solidFill>
                  <a:srgbClr val="374151"/>
                </a:solidFill>
                <a:latin typeface="Nunito"/>
                <a:ea typeface="+mn-lt"/>
                <a:cs typeface="+mn-lt"/>
              </a:rPr>
              <a:t> Split the dataset into training, validation, and test sets for model evaluation and prevention of data leakage.</a:t>
            </a:r>
            <a:endParaRPr lang="en-US" sz="2000">
              <a:solidFill>
                <a:srgbClr val="374151"/>
              </a:solidFill>
              <a:latin typeface="Nunito"/>
              <a:ea typeface="+mn-lt"/>
              <a:cs typeface="+mn-lt"/>
            </a:endParaRPr>
          </a:p>
          <a:p>
            <a:pPr marL="342900" indent="-342900">
              <a:lnSpc>
                <a:spcPct val="150000"/>
              </a:lnSpc>
              <a:buFont typeface="Arial"/>
              <a:buChar char="•"/>
            </a:pPr>
            <a:r>
              <a:rPr lang="en-US" sz="2000" b="1" dirty="0">
                <a:solidFill>
                  <a:srgbClr val="374151"/>
                </a:solidFill>
                <a:latin typeface="Nunito"/>
                <a:ea typeface="+mn-lt"/>
                <a:cs typeface="+mn-lt"/>
              </a:rPr>
              <a:t>Data Transformation (if required)</a:t>
            </a:r>
            <a:r>
              <a:rPr lang="en-US" sz="2000" dirty="0">
                <a:solidFill>
                  <a:srgbClr val="374151"/>
                </a:solidFill>
                <a:latin typeface="Nunito"/>
                <a:ea typeface="+mn-lt"/>
                <a:cs typeface="+mn-lt"/>
              </a:rPr>
              <a:t>: Apply additional transformations to the data as needed for specific analysis or modeling requirements.</a:t>
            </a:r>
          </a:p>
        </p:txBody>
      </p:sp>
    </p:spTree>
    <p:extLst>
      <p:ext uri="{BB962C8B-B14F-4D97-AF65-F5344CB8AC3E}">
        <p14:creationId xmlns:p14="http://schemas.microsoft.com/office/powerpoint/2010/main" val="4290452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367874" y="287358"/>
            <a:ext cx="785931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Hands-on: Data Preprocessing</a:t>
            </a:r>
          </a:p>
        </p:txBody>
      </p:sp>
      <p:sp>
        <p:nvSpPr>
          <p:cNvPr id="2" name="TextBox 1">
            <a:extLst>
              <a:ext uri="{FF2B5EF4-FFF2-40B4-BE49-F238E27FC236}">
                <a16:creationId xmlns:a16="http://schemas.microsoft.com/office/drawing/2014/main" id="{F7761F45-99CF-5094-8BAE-64DDA34139B5}"/>
              </a:ext>
            </a:extLst>
          </p:cNvPr>
          <p:cNvSpPr txBox="1"/>
          <p:nvPr/>
        </p:nvSpPr>
        <p:spPr>
          <a:xfrm>
            <a:off x="744562" y="1371735"/>
            <a:ext cx="6497212" cy="515526"/>
          </a:xfrm>
          <a:prstGeom prst="rect">
            <a:avLst/>
          </a:prstGeom>
          <a:noFill/>
        </p:spPr>
        <p:txBody>
          <a:bodyPr wrap="square" lIns="91440" tIns="45720" rIns="91440" bIns="45720" anchor="t">
            <a:spAutoFit/>
          </a:bodyPr>
          <a:lstStyle/>
          <a:p>
            <a:pPr>
              <a:lnSpc>
                <a:spcPct val="150000"/>
              </a:lnSpc>
            </a:pPr>
            <a:r>
              <a:rPr lang="en-US" sz="2000" dirty="0">
                <a:solidFill>
                  <a:srgbClr val="374151"/>
                </a:solidFill>
                <a:latin typeface="Nunito"/>
                <a:ea typeface="+mn-lt"/>
                <a:cs typeface="+mn-lt"/>
              </a:rPr>
              <a:t>Perform a data preprocessing on housing dataset.</a:t>
            </a:r>
            <a:endParaRPr lang="en-US"/>
          </a:p>
        </p:txBody>
      </p:sp>
    </p:spTree>
    <p:extLst>
      <p:ext uri="{BB962C8B-B14F-4D97-AF65-F5344CB8AC3E}">
        <p14:creationId xmlns:p14="http://schemas.microsoft.com/office/powerpoint/2010/main" val="39558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98423" y="267282"/>
            <a:ext cx="519604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Feature Scaling</a:t>
            </a:r>
          </a:p>
        </p:txBody>
      </p:sp>
      <p:sp>
        <p:nvSpPr>
          <p:cNvPr id="2" name="TextBox 1">
            <a:extLst>
              <a:ext uri="{FF2B5EF4-FFF2-40B4-BE49-F238E27FC236}">
                <a16:creationId xmlns:a16="http://schemas.microsoft.com/office/drawing/2014/main" id="{F7761F45-99CF-5094-8BAE-64DDA34139B5}"/>
              </a:ext>
            </a:extLst>
          </p:cNvPr>
          <p:cNvSpPr txBox="1"/>
          <p:nvPr/>
        </p:nvSpPr>
        <p:spPr>
          <a:xfrm>
            <a:off x="1179413" y="1226259"/>
            <a:ext cx="10195713" cy="5632311"/>
          </a:xfrm>
          <a:prstGeom prst="rect">
            <a:avLst/>
          </a:prstGeom>
          <a:noFill/>
        </p:spPr>
        <p:txBody>
          <a:bodyPr wrap="square" lIns="91440" tIns="45720" rIns="91440" bIns="45720" anchor="t">
            <a:spAutoFit/>
          </a:bodyPr>
          <a:lstStyle/>
          <a:p>
            <a:r>
              <a:rPr lang="en-US" sz="2000" dirty="0">
                <a:solidFill>
                  <a:srgbClr val="374151"/>
                </a:solidFill>
                <a:latin typeface="Nunito"/>
                <a:ea typeface="+mn-lt"/>
                <a:cs typeface="+mn-lt"/>
              </a:rPr>
              <a:t>Feature scaling is a crucial data preprocessing technique in machine learning. It involves adjusting the range of independent variables or features in your dataset to make them more compatible with various machine learning algorithms. This adjustment is necessary because different features often have different scales, and some algorithms are sensitive to these scale differences.</a:t>
            </a:r>
            <a:endParaRPr lang="en-US" sz="2000" dirty="0">
              <a:latin typeface="Nunito"/>
              <a:ea typeface="+mn-lt"/>
              <a:cs typeface="+mn-lt"/>
            </a:endParaRPr>
          </a:p>
          <a:p>
            <a:pPr marL="342900" indent="-342900">
              <a:buFont typeface="Arial"/>
              <a:buChar char="•"/>
            </a:pPr>
            <a:endParaRPr lang="en-US" sz="2000" dirty="0">
              <a:solidFill>
                <a:srgbClr val="374151"/>
              </a:solidFill>
              <a:latin typeface="Nunito"/>
              <a:ea typeface="+mn-lt"/>
              <a:cs typeface="+mn-lt"/>
            </a:endParaRPr>
          </a:p>
          <a:p>
            <a:r>
              <a:rPr lang="en-US" sz="2000" dirty="0">
                <a:solidFill>
                  <a:srgbClr val="374151"/>
                </a:solidFill>
                <a:latin typeface="Nunito"/>
                <a:ea typeface="+mn-lt"/>
                <a:cs typeface="+mn-lt"/>
              </a:rPr>
              <a:t>Feature scaling typically involves two common methods:</a:t>
            </a:r>
            <a:endParaRPr lang="en-US" sz="2000" dirty="0">
              <a:solidFill>
                <a:srgbClr val="374151"/>
              </a:solidFill>
              <a:latin typeface="Nunito"/>
              <a:cs typeface="Calibri"/>
            </a:endParaRPr>
          </a:p>
          <a:p>
            <a:pPr marL="457200" indent="-457200">
              <a:lnSpc>
                <a:spcPct val="150000"/>
              </a:lnSpc>
              <a:buFont typeface="Arial"/>
              <a:buChar char="•"/>
            </a:pPr>
            <a:r>
              <a:rPr lang="en-US" sz="2000" b="1" dirty="0">
                <a:solidFill>
                  <a:srgbClr val="374151"/>
                </a:solidFill>
                <a:latin typeface="Nunito"/>
                <a:ea typeface="+mn-lt"/>
                <a:cs typeface="+mn-lt"/>
              </a:rPr>
              <a:t>Normalization </a:t>
            </a:r>
            <a:endParaRPr lang="en-US" sz="2000" b="1" dirty="0">
              <a:solidFill>
                <a:srgbClr val="374151"/>
              </a:solidFill>
              <a:latin typeface="Nunito"/>
              <a:cs typeface="Calibri"/>
            </a:endParaRPr>
          </a:p>
          <a:p>
            <a:pPr marL="800100" lvl="1" indent="-342900">
              <a:lnSpc>
                <a:spcPct val="150000"/>
              </a:lnSpc>
              <a:buFont typeface="Arial"/>
              <a:buChar char="•"/>
            </a:pPr>
            <a:r>
              <a:rPr lang="en-US" sz="2000" dirty="0">
                <a:solidFill>
                  <a:srgbClr val="374151"/>
                </a:solidFill>
                <a:latin typeface="Nunito"/>
                <a:ea typeface="+mn-lt"/>
                <a:cs typeface="+mn-lt"/>
              </a:rPr>
              <a:t>In this method, you scale the features to a specific range, typically between 0 and 1</a:t>
            </a:r>
          </a:p>
          <a:p>
            <a:pPr marL="457200" indent="-457200">
              <a:lnSpc>
                <a:spcPct val="150000"/>
              </a:lnSpc>
              <a:buFont typeface="Arial"/>
              <a:buChar char="•"/>
            </a:pPr>
            <a:r>
              <a:rPr lang="en-US" sz="2000" b="1" dirty="0">
                <a:solidFill>
                  <a:srgbClr val="374151"/>
                </a:solidFill>
                <a:latin typeface="Nunito"/>
                <a:ea typeface="+mn-lt"/>
                <a:cs typeface="+mn-lt"/>
              </a:rPr>
              <a:t>Standardization</a:t>
            </a:r>
          </a:p>
          <a:p>
            <a:pPr marL="800100" lvl="1" indent="-342900">
              <a:lnSpc>
                <a:spcPct val="150000"/>
              </a:lnSpc>
              <a:buFont typeface="Arial"/>
              <a:buChar char="•"/>
            </a:pPr>
            <a:r>
              <a:rPr lang="en-US" sz="2000" dirty="0">
                <a:solidFill>
                  <a:srgbClr val="374151"/>
                </a:solidFill>
                <a:latin typeface="Nunito"/>
                <a:ea typeface="+mn-lt"/>
                <a:cs typeface="+mn-lt"/>
              </a:rPr>
              <a:t>This method transforms the features to have a mean of 0 and a standard deviation of 1</a:t>
            </a:r>
            <a:endParaRPr lang="en-US" sz="2000" dirty="0">
              <a:solidFill>
                <a:srgbClr val="374151"/>
              </a:solidFill>
              <a:latin typeface="Nunito"/>
              <a:cs typeface="Calibri"/>
            </a:endParaRPr>
          </a:p>
          <a:p>
            <a:endParaRPr lang="en-US" sz="2000" dirty="0">
              <a:solidFill>
                <a:srgbClr val="374151"/>
              </a:solidFill>
              <a:latin typeface="Nunito"/>
              <a:ea typeface="+mn-lt"/>
              <a:cs typeface="+mn-lt"/>
            </a:endParaRPr>
          </a:p>
          <a:p>
            <a:pPr marL="171450" indent="-171450">
              <a:buFont typeface="Arial"/>
              <a:buChar char="•"/>
            </a:pPr>
            <a:endParaRPr lang="en-US" sz="2000" dirty="0">
              <a:solidFill>
                <a:srgbClr val="374151"/>
              </a:solidFill>
              <a:latin typeface="Nunito"/>
              <a:ea typeface="+mn-lt"/>
              <a:cs typeface="+mn-lt"/>
            </a:endParaRPr>
          </a:p>
        </p:txBody>
      </p:sp>
    </p:spTree>
    <p:extLst>
      <p:ext uri="{BB962C8B-B14F-4D97-AF65-F5344CB8AC3E}">
        <p14:creationId xmlns:p14="http://schemas.microsoft.com/office/powerpoint/2010/main" val="1766010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339050" y="327201"/>
            <a:ext cx="551852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Supervised Learning</a:t>
            </a:r>
          </a:p>
        </p:txBody>
      </p:sp>
      <p:grpSp>
        <p:nvGrpSpPr>
          <p:cNvPr id="15" name="Group 14">
            <a:extLst>
              <a:ext uri="{FF2B5EF4-FFF2-40B4-BE49-F238E27FC236}">
                <a16:creationId xmlns:a16="http://schemas.microsoft.com/office/drawing/2014/main" id="{02C5791D-154A-3591-E200-72F3CC928457}"/>
              </a:ext>
            </a:extLst>
          </p:cNvPr>
          <p:cNvGrpSpPr/>
          <p:nvPr/>
        </p:nvGrpSpPr>
        <p:grpSpPr>
          <a:xfrm>
            <a:off x="2393077" y="1044697"/>
            <a:ext cx="7545294" cy="3230968"/>
            <a:chOff x="1561352" y="925169"/>
            <a:chExt cx="9089215" cy="4386418"/>
          </a:xfrm>
        </p:grpSpPr>
        <p:cxnSp>
          <p:nvCxnSpPr>
            <p:cNvPr id="11" name="Straight Arrow Connector 10">
              <a:extLst>
                <a:ext uri="{FF2B5EF4-FFF2-40B4-BE49-F238E27FC236}">
                  <a16:creationId xmlns:a16="http://schemas.microsoft.com/office/drawing/2014/main" id="{D4BDAB37-2F44-78C6-632E-A85AF294BB08}"/>
                </a:ext>
              </a:extLst>
            </p:cNvPr>
            <p:cNvCxnSpPr/>
            <p:nvPr/>
          </p:nvCxnSpPr>
          <p:spPr>
            <a:xfrm flipH="1">
              <a:off x="9076702" y="2970243"/>
              <a:ext cx="1993" cy="122318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nvGrpSpPr>
            <p:cNvPr id="14" name="Group 13">
              <a:extLst>
                <a:ext uri="{FF2B5EF4-FFF2-40B4-BE49-F238E27FC236}">
                  <a16:creationId xmlns:a16="http://schemas.microsoft.com/office/drawing/2014/main" id="{2E1F6868-96B9-4CD8-FD77-6EFAB6CCA691}"/>
                </a:ext>
              </a:extLst>
            </p:cNvPr>
            <p:cNvGrpSpPr/>
            <p:nvPr/>
          </p:nvGrpSpPr>
          <p:grpSpPr>
            <a:xfrm>
              <a:off x="1561352" y="925169"/>
              <a:ext cx="9089215" cy="4386418"/>
              <a:chOff x="1561352" y="925169"/>
              <a:chExt cx="9089215" cy="4386418"/>
            </a:xfrm>
          </p:grpSpPr>
          <p:sp>
            <p:nvSpPr>
              <p:cNvPr id="4" name="Rectangle: Rounded Corners 3">
                <a:extLst>
                  <a:ext uri="{FF2B5EF4-FFF2-40B4-BE49-F238E27FC236}">
                    <a16:creationId xmlns:a16="http://schemas.microsoft.com/office/drawing/2014/main" id="{2C8C158E-A3B1-BCAE-1FEA-42E41A6AAABC}"/>
                  </a:ext>
                </a:extLst>
              </p:cNvPr>
              <p:cNvSpPr/>
              <p:nvPr/>
            </p:nvSpPr>
            <p:spPr>
              <a:xfrm>
                <a:off x="1561352" y="4195978"/>
                <a:ext cx="3147608" cy="11156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Nunito"/>
                    <a:ea typeface="Calibri"/>
                    <a:cs typeface="Calibri"/>
                  </a:rPr>
                  <a:t>Regression</a:t>
                </a:r>
                <a:endParaRPr lang="en-US" sz="2800" b="1">
                  <a:latin typeface="Nunito"/>
                </a:endParaRPr>
              </a:p>
            </p:txBody>
          </p:sp>
          <p:sp>
            <p:nvSpPr>
              <p:cNvPr id="5" name="Rectangle: Rounded Corners 4">
                <a:extLst>
                  <a:ext uri="{FF2B5EF4-FFF2-40B4-BE49-F238E27FC236}">
                    <a16:creationId xmlns:a16="http://schemas.microsoft.com/office/drawing/2014/main" id="{FF564845-5FB9-8405-DD3F-1830063297A9}"/>
                  </a:ext>
                </a:extLst>
              </p:cNvPr>
              <p:cNvSpPr/>
              <p:nvPr/>
            </p:nvSpPr>
            <p:spPr>
              <a:xfrm>
                <a:off x="7502959" y="4195978"/>
                <a:ext cx="3147608" cy="11156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latin typeface="Nunito"/>
                    <a:ea typeface="Calibri"/>
                    <a:cs typeface="Calibri"/>
                  </a:rPr>
                  <a:t>Classification</a:t>
                </a:r>
              </a:p>
            </p:txBody>
          </p:sp>
          <p:cxnSp>
            <p:nvCxnSpPr>
              <p:cNvPr id="10" name="Straight Arrow Connector 9">
                <a:extLst>
                  <a:ext uri="{FF2B5EF4-FFF2-40B4-BE49-F238E27FC236}">
                    <a16:creationId xmlns:a16="http://schemas.microsoft.com/office/drawing/2014/main" id="{C2680A28-4DD7-9E5F-CEB0-B6F1C572848E}"/>
                  </a:ext>
                </a:extLst>
              </p:cNvPr>
              <p:cNvCxnSpPr/>
              <p:nvPr/>
            </p:nvCxnSpPr>
            <p:spPr>
              <a:xfrm>
                <a:off x="3153585" y="2976779"/>
                <a:ext cx="7967" cy="122318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2" name="Straight Arrow Connector 11">
                <a:extLst>
                  <a:ext uri="{FF2B5EF4-FFF2-40B4-BE49-F238E27FC236}">
                    <a16:creationId xmlns:a16="http://schemas.microsoft.com/office/drawing/2014/main" id="{D3E9D2BF-F573-C971-F72F-6964E6A8BD98}"/>
                  </a:ext>
                </a:extLst>
              </p:cNvPr>
              <p:cNvCxnSpPr/>
              <p:nvPr/>
            </p:nvCxnSpPr>
            <p:spPr>
              <a:xfrm flipV="1">
                <a:off x="3155453" y="2966694"/>
                <a:ext cx="5929653" cy="36854"/>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13" name="Straight Arrow Connector 12">
                <a:extLst>
                  <a:ext uri="{FF2B5EF4-FFF2-40B4-BE49-F238E27FC236}">
                    <a16:creationId xmlns:a16="http://schemas.microsoft.com/office/drawing/2014/main" id="{01173683-A292-BF63-441E-4C75181B6FB4}"/>
                  </a:ext>
                </a:extLst>
              </p:cNvPr>
              <p:cNvCxnSpPr/>
              <p:nvPr/>
            </p:nvCxnSpPr>
            <p:spPr>
              <a:xfrm>
                <a:off x="6117229" y="925169"/>
                <a:ext cx="12949" cy="209973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grpSp>
    </p:spTree>
    <p:extLst>
      <p:ext uri="{BB962C8B-B14F-4D97-AF65-F5344CB8AC3E}">
        <p14:creationId xmlns:p14="http://schemas.microsoft.com/office/powerpoint/2010/main" val="1513941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843875" y="237400"/>
            <a:ext cx="11137653"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Linear Regression as Regression Technique</a:t>
            </a:r>
          </a:p>
        </p:txBody>
      </p:sp>
      <p:sp>
        <p:nvSpPr>
          <p:cNvPr id="2" name="TextBox 1">
            <a:extLst>
              <a:ext uri="{FF2B5EF4-FFF2-40B4-BE49-F238E27FC236}">
                <a16:creationId xmlns:a16="http://schemas.microsoft.com/office/drawing/2014/main" id="{F7761F45-99CF-5094-8BAE-64DDA34139B5}"/>
              </a:ext>
            </a:extLst>
          </p:cNvPr>
          <p:cNvSpPr txBox="1"/>
          <p:nvPr/>
        </p:nvSpPr>
        <p:spPr>
          <a:xfrm>
            <a:off x="506784" y="1115631"/>
            <a:ext cx="6308436" cy="5016758"/>
          </a:xfrm>
          <a:prstGeom prst="rect">
            <a:avLst/>
          </a:prstGeom>
          <a:noFill/>
        </p:spPr>
        <p:txBody>
          <a:bodyPr wrap="square" lIns="91440" tIns="45720" rIns="91440" bIns="45720" anchor="t">
            <a:spAutoFit/>
          </a:bodyPr>
          <a:lstStyle/>
          <a:p>
            <a:pPr marL="342900" indent="-342900">
              <a:buFont typeface="Arial"/>
              <a:buChar char="•"/>
            </a:pPr>
            <a:r>
              <a:rPr lang="en-US" sz="2000" b="1" dirty="0">
                <a:solidFill>
                  <a:srgbClr val="374151"/>
                </a:solidFill>
                <a:latin typeface="Nunito"/>
                <a:ea typeface="+mn-lt"/>
                <a:cs typeface="+mn-lt"/>
              </a:rPr>
              <a:t>Introduction to Linear Regression</a:t>
            </a:r>
            <a:endParaRPr lang="en-US">
              <a:ea typeface="Calibri"/>
              <a:cs typeface="Calibri"/>
            </a:endParaRPr>
          </a:p>
          <a:p>
            <a:pPr marL="800100" lvl="1" indent="-342900">
              <a:buFont typeface="Arial"/>
              <a:buChar char="•"/>
            </a:pPr>
            <a:r>
              <a:rPr lang="en-US" sz="2000" dirty="0">
                <a:solidFill>
                  <a:srgbClr val="374151"/>
                </a:solidFill>
                <a:latin typeface="Nunito"/>
                <a:ea typeface="+mn-lt"/>
                <a:cs typeface="+mn-lt"/>
              </a:rPr>
              <a:t>Linear regression is a widely used regression technique.</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It's employed for predicting a continuous target variable.</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Assumption: Assumes a linear relationship between input features and the target.</a:t>
            </a:r>
            <a:endParaRPr lang="en-US" sz="2000" dirty="0">
              <a:latin typeface="Nunito"/>
            </a:endParaRPr>
          </a:p>
          <a:p>
            <a:pPr marL="342900" indent="-342900">
              <a:buFont typeface="Arial"/>
              <a:buChar char="•"/>
            </a:pPr>
            <a:endParaRPr lang="en-US" sz="2000" b="1" dirty="0">
              <a:solidFill>
                <a:srgbClr val="374151"/>
              </a:solidFill>
              <a:latin typeface="Nunito"/>
              <a:ea typeface="+mn-lt"/>
              <a:cs typeface="+mn-lt"/>
            </a:endParaRPr>
          </a:p>
          <a:p>
            <a:pPr marL="342900" indent="-342900">
              <a:buFont typeface="Arial"/>
              <a:buChar char="•"/>
            </a:pPr>
            <a:r>
              <a:rPr lang="en-US" sz="2000" b="1">
                <a:solidFill>
                  <a:srgbClr val="374151"/>
                </a:solidFill>
                <a:latin typeface="Nunito"/>
                <a:ea typeface="+mn-lt"/>
                <a:cs typeface="+mn-lt"/>
              </a:rPr>
              <a:t>Linear Relationship</a:t>
            </a:r>
            <a:endParaRPr lang="en-US" sz="2000">
              <a:latin typeface="Nunito"/>
            </a:endParaRPr>
          </a:p>
          <a:p>
            <a:pPr marL="800100" lvl="1" indent="-342900">
              <a:buFont typeface="Arial"/>
              <a:buChar char="•"/>
            </a:pPr>
            <a:r>
              <a:rPr lang="en-US" sz="2000" dirty="0">
                <a:solidFill>
                  <a:srgbClr val="374151"/>
                </a:solidFill>
                <a:latin typeface="Nunito"/>
                <a:ea typeface="+mn-lt"/>
                <a:cs typeface="+mn-lt"/>
              </a:rPr>
              <a:t>Linear regression models aim to find the best-fitting straight line.</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The line represents the relationship between inputs and the target variable.</a:t>
            </a:r>
            <a:endParaRPr lang="en-US" sz="2000" dirty="0">
              <a:latin typeface="Nunito"/>
            </a:endParaRPr>
          </a:p>
          <a:p>
            <a:pPr marL="342900" indent="-342900">
              <a:buFont typeface="Arial"/>
              <a:buChar char="•"/>
            </a:pPr>
            <a:endParaRPr lang="en-US" sz="2000" b="1" dirty="0">
              <a:solidFill>
                <a:srgbClr val="374151"/>
              </a:solidFill>
              <a:latin typeface="Nunito"/>
              <a:ea typeface="+mn-lt"/>
              <a:cs typeface="+mn-lt"/>
            </a:endParaRPr>
          </a:p>
          <a:p>
            <a:pPr marL="342900" indent="-342900">
              <a:buFont typeface="Arial"/>
              <a:buChar char="•"/>
            </a:pPr>
            <a:endParaRPr lang="en-US" sz="2000" b="1" dirty="0">
              <a:solidFill>
                <a:srgbClr val="374151"/>
              </a:solidFill>
              <a:latin typeface="Nunito"/>
              <a:ea typeface="Calibri"/>
              <a:cs typeface="Calibri"/>
            </a:endParaRPr>
          </a:p>
          <a:p>
            <a:pPr marL="171450" indent="-171450">
              <a:buFont typeface="Arial"/>
              <a:buChar char="•"/>
            </a:pPr>
            <a:endParaRPr lang="en-US" sz="2000" b="1" dirty="0">
              <a:solidFill>
                <a:srgbClr val="374151"/>
              </a:solidFill>
              <a:latin typeface="Nunito"/>
              <a:ea typeface="+mn-lt"/>
              <a:cs typeface="+mn-lt"/>
            </a:endParaRPr>
          </a:p>
        </p:txBody>
      </p:sp>
      <p:pic>
        <p:nvPicPr>
          <p:cNvPr id="3" name="Picture 2" descr="Linear Regression using Python. Linear Regression is usually the first… |  by Animesh Agarwal | Towards Data Science">
            <a:extLst>
              <a:ext uri="{FF2B5EF4-FFF2-40B4-BE49-F238E27FC236}">
                <a16:creationId xmlns:a16="http://schemas.microsoft.com/office/drawing/2014/main" id="{F439516A-B73A-3BC4-0615-79304C982913}"/>
              </a:ext>
            </a:extLst>
          </p:cNvPr>
          <p:cNvPicPr>
            <a:picLocks noChangeAspect="1"/>
          </p:cNvPicPr>
          <p:nvPr/>
        </p:nvPicPr>
        <p:blipFill>
          <a:blip r:embed="rId2"/>
          <a:stretch>
            <a:fillRect/>
          </a:stretch>
        </p:blipFill>
        <p:spPr>
          <a:xfrm>
            <a:off x="7340400" y="3426300"/>
            <a:ext cx="4501200" cy="3371400"/>
          </a:xfrm>
          <a:prstGeom prst="rect">
            <a:avLst/>
          </a:prstGeom>
        </p:spPr>
      </p:pic>
      <p:sp>
        <p:nvSpPr>
          <p:cNvPr id="4" name="TextBox 3">
            <a:extLst>
              <a:ext uri="{FF2B5EF4-FFF2-40B4-BE49-F238E27FC236}">
                <a16:creationId xmlns:a16="http://schemas.microsoft.com/office/drawing/2014/main" id="{4C524911-5003-2C9A-8D1F-7E1DC8727EED}"/>
              </a:ext>
            </a:extLst>
          </p:cNvPr>
          <p:cNvSpPr txBox="1"/>
          <p:nvPr/>
        </p:nvSpPr>
        <p:spPr>
          <a:xfrm>
            <a:off x="7502400" y="1118400"/>
            <a:ext cx="4339200"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Char char="•"/>
            </a:pPr>
            <a:r>
              <a:rPr lang="en-US" sz="2000" b="1">
                <a:solidFill>
                  <a:srgbClr val="374151"/>
                </a:solidFill>
                <a:latin typeface="Nunito"/>
                <a:cs typeface="Arial"/>
              </a:rPr>
              <a:t>Common Applications</a:t>
            </a:r>
            <a:r>
              <a:rPr lang="en-US" sz="2000">
                <a:solidFill>
                  <a:srgbClr val="374151"/>
                </a:solidFill>
                <a:latin typeface="Nunito"/>
                <a:cs typeface="Arial"/>
              </a:rPr>
              <a:t>​</a:t>
            </a:r>
          </a:p>
          <a:p>
            <a:pPr marL="800100" lvl="1" indent="-342900">
              <a:buChar char="•"/>
            </a:pPr>
            <a:r>
              <a:rPr lang="en-US" sz="2000">
                <a:solidFill>
                  <a:srgbClr val="374151"/>
                </a:solidFill>
                <a:latin typeface="Nunito"/>
                <a:cs typeface="Arial"/>
              </a:rPr>
              <a:t>Predicting house prices based on features like square footage and number of bedrooms.​</a:t>
            </a:r>
          </a:p>
          <a:p>
            <a:pPr marL="800100" lvl="1" indent="-342900">
              <a:buChar char="•"/>
            </a:pPr>
            <a:r>
              <a:rPr lang="en-US" sz="2000">
                <a:solidFill>
                  <a:srgbClr val="374151"/>
                </a:solidFill>
                <a:latin typeface="Nunito"/>
                <a:cs typeface="Arial"/>
              </a:rPr>
              <a:t>Estimating sales based on advertising spend.</a:t>
            </a:r>
          </a:p>
        </p:txBody>
      </p:sp>
    </p:spTree>
    <p:extLst>
      <p:ext uri="{BB962C8B-B14F-4D97-AF65-F5344CB8AC3E}">
        <p14:creationId xmlns:p14="http://schemas.microsoft.com/office/powerpoint/2010/main" val="2447148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095012" y="310988"/>
            <a:ext cx="6690162"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Simple Linear Regression</a:t>
            </a:r>
          </a:p>
        </p:txBody>
      </p:sp>
      <p:sp>
        <p:nvSpPr>
          <p:cNvPr id="2" name="TextBox 1">
            <a:extLst>
              <a:ext uri="{FF2B5EF4-FFF2-40B4-BE49-F238E27FC236}">
                <a16:creationId xmlns:a16="http://schemas.microsoft.com/office/drawing/2014/main" id="{F7761F45-99CF-5094-8BAE-64DDA34139B5}"/>
              </a:ext>
            </a:extLst>
          </p:cNvPr>
          <p:cNvSpPr txBox="1"/>
          <p:nvPr/>
        </p:nvSpPr>
        <p:spPr>
          <a:xfrm>
            <a:off x="6357686" y="1265160"/>
            <a:ext cx="5738436" cy="4670509"/>
          </a:xfrm>
          <a:prstGeom prst="rect">
            <a:avLst/>
          </a:prstGeom>
          <a:noFill/>
        </p:spPr>
        <p:txBody>
          <a:bodyPr wrap="square" lIns="91440" tIns="45720" rIns="91440" bIns="45720" anchor="t">
            <a:spAutoFit/>
          </a:bodyPr>
          <a:lstStyle/>
          <a:p>
            <a:pPr marL="342900" indent="-342900">
              <a:lnSpc>
                <a:spcPct val="150000"/>
              </a:lnSpc>
              <a:buFont typeface="Arial"/>
              <a:buChar char="•"/>
            </a:pPr>
            <a:r>
              <a:rPr lang="en-US" sz="2000" dirty="0">
                <a:solidFill>
                  <a:srgbClr val="374151"/>
                </a:solidFill>
                <a:latin typeface="Nunito"/>
                <a:ea typeface="+mn-lt"/>
                <a:cs typeface="+mn-lt"/>
              </a:rPr>
              <a:t>The relationship is expressed by the equation: </a:t>
            </a:r>
            <a:r>
              <a:rPr lang="en-US" sz="2000" b="1" dirty="0">
                <a:solidFill>
                  <a:srgbClr val="374151"/>
                </a:solidFill>
                <a:latin typeface="Nunito"/>
                <a:ea typeface="+mn-lt"/>
                <a:cs typeface="+mn-lt"/>
              </a:rPr>
              <a:t>y = mx + b</a:t>
            </a:r>
            <a:r>
              <a:rPr lang="en-US" sz="2000" dirty="0">
                <a:solidFill>
                  <a:srgbClr val="374151"/>
                </a:solidFill>
                <a:latin typeface="Nunito"/>
                <a:ea typeface="+mn-lt"/>
                <a:cs typeface="+mn-lt"/>
              </a:rPr>
              <a:t>.</a:t>
            </a:r>
            <a:endParaRPr lang="en-US" sz="2000">
              <a:latin typeface="Nunito"/>
              <a:ea typeface="+mn-lt"/>
              <a:cs typeface="+mn-lt"/>
            </a:endParaRPr>
          </a:p>
          <a:p>
            <a:pPr marL="800100" lvl="1" indent="-342900">
              <a:lnSpc>
                <a:spcPct val="150000"/>
              </a:lnSpc>
              <a:buFont typeface="Arial"/>
              <a:buChar char="•"/>
            </a:pPr>
            <a:r>
              <a:rPr lang="en-US" sz="2000" b="1" dirty="0">
                <a:solidFill>
                  <a:srgbClr val="374151"/>
                </a:solidFill>
                <a:latin typeface="Nunito"/>
                <a:ea typeface="+mn-lt"/>
                <a:cs typeface="+mn-lt"/>
              </a:rPr>
              <a:t>y</a:t>
            </a:r>
            <a:r>
              <a:rPr lang="en-US" sz="2000" dirty="0">
                <a:solidFill>
                  <a:srgbClr val="374151"/>
                </a:solidFill>
                <a:latin typeface="Nunito"/>
                <a:ea typeface="+mn-lt"/>
                <a:cs typeface="+mn-lt"/>
              </a:rPr>
              <a:t>: Target variable (what we want to predict).</a:t>
            </a:r>
            <a:endParaRPr lang="en-US" sz="2000" dirty="0">
              <a:latin typeface="Nunito"/>
            </a:endParaRPr>
          </a:p>
          <a:p>
            <a:pPr marL="800100" lvl="1" indent="-342900">
              <a:lnSpc>
                <a:spcPct val="150000"/>
              </a:lnSpc>
              <a:buFont typeface="Arial"/>
              <a:buChar char="•"/>
            </a:pPr>
            <a:r>
              <a:rPr lang="en-US" sz="2000" b="1" dirty="0">
                <a:solidFill>
                  <a:srgbClr val="374151"/>
                </a:solidFill>
                <a:latin typeface="Nunito"/>
                <a:ea typeface="+mn-lt"/>
                <a:cs typeface="+mn-lt"/>
              </a:rPr>
              <a:t>x</a:t>
            </a:r>
            <a:r>
              <a:rPr lang="en-US" sz="2000" dirty="0">
                <a:solidFill>
                  <a:srgbClr val="374151"/>
                </a:solidFill>
                <a:latin typeface="Nunito"/>
                <a:ea typeface="+mn-lt"/>
                <a:cs typeface="+mn-lt"/>
              </a:rPr>
              <a:t>: Feature or input variable (what we use to make predictions).</a:t>
            </a:r>
            <a:endParaRPr lang="en-US" sz="2000" dirty="0">
              <a:latin typeface="Nunito"/>
              <a:ea typeface="+mn-lt"/>
              <a:cs typeface="+mn-lt"/>
            </a:endParaRPr>
          </a:p>
          <a:p>
            <a:pPr marL="800100" lvl="1" indent="-342900">
              <a:lnSpc>
                <a:spcPct val="150000"/>
              </a:lnSpc>
              <a:buFont typeface="Arial"/>
              <a:buChar char="•"/>
            </a:pPr>
            <a:r>
              <a:rPr lang="en-US" sz="2000" b="1" dirty="0">
                <a:solidFill>
                  <a:srgbClr val="374151"/>
                </a:solidFill>
                <a:latin typeface="Nunito"/>
                <a:ea typeface="+mn-lt"/>
                <a:cs typeface="+mn-lt"/>
              </a:rPr>
              <a:t>m</a:t>
            </a:r>
            <a:r>
              <a:rPr lang="en-US" sz="2000" dirty="0">
                <a:solidFill>
                  <a:srgbClr val="374151"/>
                </a:solidFill>
                <a:latin typeface="Nunito"/>
                <a:ea typeface="+mn-lt"/>
                <a:cs typeface="+mn-lt"/>
              </a:rPr>
              <a:t>: Slope of the line (represents the relationship's steepness).</a:t>
            </a:r>
            <a:endParaRPr lang="en-US" sz="2000" dirty="0">
              <a:latin typeface="Nunito"/>
            </a:endParaRPr>
          </a:p>
          <a:p>
            <a:pPr marL="800100" lvl="1" indent="-342900">
              <a:lnSpc>
                <a:spcPct val="150000"/>
              </a:lnSpc>
              <a:buFont typeface="Arial"/>
              <a:buChar char="•"/>
            </a:pPr>
            <a:r>
              <a:rPr lang="en-US" sz="2000" b="1" dirty="0">
                <a:solidFill>
                  <a:srgbClr val="374151"/>
                </a:solidFill>
                <a:latin typeface="Nunito"/>
                <a:ea typeface="+mn-lt"/>
                <a:cs typeface="+mn-lt"/>
              </a:rPr>
              <a:t>b</a:t>
            </a:r>
            <a:r>
              <a:rPr lang="en-US" sz="2000" dirty="0">
                <a:solidFill>
                  <a:srgbClr val="374151"/>
                </a:solidFill>
                <a:latin typeface="Nunito"/>
                <a:ea typeface="+mn-lt"/>
                <a:cs typeface="+mn-lt"/>
              </a:rPr>
              <a:t>: Intercept (the point where the line intersects the y-axis).</a:t>
            </a:r>
            <a:endParaRPr lang="en-US" sz="2000" dirty="0">
              <a:latin typeface="Nunito"/>
              <a:ea typeface="+mn-lt"/>
              <a:cs typeface="+mn-lt"/>
            </a:endParaRPr>
          </a:p>
        </p:txBody>
      </p:sp>
      <p:pic>
        <p:nvPicPr>
          <p:cNvPr id="7" name="Picture 6" descr="A graph with a red line and blue dots&#10;&#10;Description automatically generated">
            <a:extLst>
              <a:ext uri="{FF2B5EF4-FFF2-40B4-BE49-F238E27FC236}">
                <a16:creationId xmlns:a16="http://schemas.microsoft.com/office/drawing/2014/main" id="{2D87856E-140B-00DD-1CDC-0ED8280D91AD}"/>
              </a:ext>
            </a:extLst>
          </p:cNvPr>
          <p:cNvPicPr>
            <a:picLocks noChangeAspect="1"/>
          </p:cNvPicPr>
          <p:nvPr/>
        </p:nvPicPr>
        <p:blipFill>
          <a:blip r:embed="rId2"/>
          <a:stretch>
            <a:fillRect/>
          </a:stretch>
        </p:blipFill>
        <p:spPr>
          <a:xfrm>
            <a:off x="860400" y="2934300"/>
            <a:ext cx="4969200" cy="3731400"/>
          </a:xfrm>
          <a:prstGeom prst="rect">
            <a:avLst/>
          </a:prstGeom>
        </p:spPr>
      </p:pic>
      <p:sp>
        <p:nvSpPr>
          <p:cNvPr id="8" name="TextBox 7">
            <a:extLst>
              <a:ext uri="{FF2B5EF4-FFF2-40B4-BE49-F238E27FC236}">
                <a16:creationId xmlns:a16="http://schemas.microsoft.com/office/drawing/2014/main" id="{437EBE6B-C5A9-D984-0471-B2A5155127E8}"/>
              </a:ext>
            </a:extLst>
          </p:cNvPr>
          <p:cNvSpPr txBox="1"/>
          <p:nvPr/>
        </p:nvSpPr>
        <p:spPr>
          <a:xfrm>
            <a:off x="662400" y="1412400"/>
            <a:ext cx="543120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Char char="•"/>
            </a:pPr>
            <a:r>
              <a:rPr lang="en-US" sz="2000">
                <a:solidFill>
                  <a:srgbClr val="374151"/>
                </a:solidFill>
                <a:latin typeface="Nunito"/>
                <a:cs typeface="Arial"/>
              </a:rPr>
              <a:t>Simple Linear Regression is a basic form of regression analysis.​</a:t>
            </a:r>
          </a:p>
          <a:p>
            <a:pPr marL="342900" indent="-342900">
              <a:buChar char="•"/>
            </a:pPr>
            <a:r>
              <a:rPr lang="en-US" sz="2000">
                <a:solidFill>
                  <a:srgbClr val="374151"/>
                </a:solidFill>
                <a:latin typeface="Nunito"/>
                <a:cs typeface="Arial"/>
              </a:rPr>
              <a:t>It involves one input variable (feature) and one output variable (target).</a:t>
            </a:r>
          </a:p>
        </p:txBody>
      </p:sp>
    </p:spTree>
    <p:extLst>
      <p:ext uri="{BB962C8B-B14F-4D97-AF65-F5344CB8AC3E}">
        <p14:creationId xmlns:p14="http://schemas.microsoft.com/office/powerpoint/2010/main" val="3592800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216595" y="268656"/>
            <a:ext cx="7759078"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Predicting Ice Cream Sales</a:t>
            </a:r>
            <a:endParaRPr lang="en-IN" b="1" spc="-30">
              <a:solidFill>
                <a:schemeClr val="accent1">
                  <a:lumMod val="50000"/>
                </a:schemeClr>
              </a:solidFill>
              <a:latin typeface="Nunito"/>
              <a:cs typeface="Times New Roman"/>
            </a:endParaRPr>
          </a:p>
        </p:txBody>
      </p:sp>
      <p:sp>
        <p:nvSpPr>
          <p:cNvPr id="8" name="TextBox 7">
            <a:extLst>
              <a:ext uri="{FF2B5EF4-FFF2-40B4-BE49-F238E27FC236}">
                <a16:creationId xmlns:a16="http://schemas.microsoft.com/office/drawing/2014/main" id="{437EBE6B-C5A9-D984-0471-B2A5155127E8}"/>
              </a:ext>
            </a:extLst>
          </p:cNvPr>
          <p:cNvSpPr txBox="1"/>
          <p:nvPr/>
        </p:nvSpPr>
        <p:spPr>
          <a:xfrm>
            <a:off x="544518" y="1013653"/>
            <a:ext cx="11101200"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374151"/>
                </a:solidFill>
                <a:latin typeface="Nunito"/>
                <a:ea typeface="+mn-lt"/>
                <a:cs typeface="+mn-lt"/>
              </a:rPr>
              <a:t>Independent Variable:</a:t>
            </a:r>
            <a:r>
              <a:rPr lang="en-US" sz="2000" dirty="0">
                <a:solidFill>
                  <a:srgbClr val="374151"/>
                </a:solidFill>
                <a:latin typeface="Nunito"/>
                <a:ea typeface="+mn-lt"/>
                <a:cs typeface="+mn-lt"/>
              </a:rPr>
              <a:t> Temperature</a:t>
            </a:r>
            <a:endParaRPr lang="en-US" sz="2000" b="1">
              <a:solidFill>
                <a:srgbClr val="374151"/>
              </a:solidFill>
              <a:latin typeface="Nunito"/>
              <a:ea typeface="Calibri"/>
              <a:cs typeface="Calibri"/>
            </a:endParaRPr>
          </a:p>
          <a:p>
            <a:pPr lvl="1"/>
            <a:r>
              <a:rPr lang="en-US" sz="2000" dirty="0">
                <a:solidFill>
                  <a:srgbClr val="374151"/>
                </a:solidFill>
                <a:latin typeface="Nunito"/>
                <a:ea typeface="Calibri"/>
                <a:cs typeface="Calibri"/>
              </a:rPr>
              <a:t>The independent variable, in this case, is "Te</a:t>
            </a:r>
            <a:r>
              <a:rPr lang="en-US" sz="2000" dirty="0">
                <a:solidFill>
                  <a:srgbClr val="374151"/>
                </a:solidFill>
                <a:latin typeface="Nunito"/>
                <a:ea typeface="+mn-lt"/>
                <a:cs typeface="+mn-lt"/>
              </a:rPr>
              <a:t>mperature."</a:t>
            </a:r>
          </a:p>
          <a:p>
            <a:pPr lvl="1"/>
            <a:endParaRPr lang="en-US" sz="2000" dirty="0">
              <a:solidFill>
                <a:srgbClr val="374151"/>
              </a:solidFill>
              <a:latin typeface="Nunito"/>
              <a:ea typeface="+mn-lt"/>
              <a:cs typeface="+mn-lt"/>
            </a:endParaRPr>
          </a:p>
          <a:p>
            <a:r>
              <a:rPr lang="en-US" sz="2000" b="1" dirty="0">
                <a:solidFill>
                  <a:srgbClr val="374151"/>
                </a:solidFill>
                <a:latin typeface="Nunito"/>
                <a:ea typeface="+mn-lt"/>
                <a:cs typeface="+mn-lt"/>
              </a:rPr>
              <a:t>Dependent Variable:</a:t>
            </a:r>
            <a:r>
              <a:rPr lang="en-US" sz="2000" dirty="0">
                <a:solidFill>
                  <a:srgbClr val="374151"/>
                </a:solidFill>
                <a:latin typeface="Nunito"/>
                <a:ea typeface="+mn-lt"/>
                <a:cs typeface="+mn-lt"/>
              </a:rPr>
              <a:t> Ice Cream Sales</a:t>
            </a:r>
            <a:endParaRPr lang="en-US" sz="2000">
              <a:latin typeface="Nunito"/>
            </a:endParaRPr>
          </a:p>
          <a:p>
            <a:pPr lvl="1"/>
            <a:r>
              <a:rPr lang="en-US" sz="2000" dirty="0">
                <a:solidFill>
                  <a:srgbClr val="374151"/>
                </a:solidFill>
                <a:latin typeface="Nunito"/>
                <a:ea typeface="+mn-lt"/>
                <a:cs typeface="+mn-lt"/>
              </a:rPr>
              <a:t>The dependent variable is "Ice Cream Sales." </a:t>
            </a:r>
          </a:p>
          <a:p>
            <a:pPr lvl="1"/>
            <a:endParaRPr lang="en-US" sz="2000" dirty="0">
              <a:solidFill>
                <a:srgbClr val="374151"/>
              </a:solidFill>
              <a:latin typeface="Nunito"/>
              <a:ea typeface="+mn-lt"/>
              <a:cs typeface="+mn-lt"/>
            </a:endParaRPr>
          </a:p>
          <a:p>
            <a:r>
              <a:rPr lang="en-US" sz="2000" b="1" dirty="0">
                <a:solidFill>
                  <a:srgbClr val="374151"/>
                </a:solidFill>
                <a:latin typeface="Nunito"/>
                <a:ea typeface="+mn-lt"/>
                <a:cs typeface="+mn-lt"/>
              </a:rPr>
              <a:t>Hypothesis:</a:t>
            </a:r>
            <a:r>
              <a:rPr lang="en-US" sz="2000" dirty="0">
                <a:solidFill>
                  <a:srgbClr val="374151"/>
                </a:solidFill>
                <a:latin typeface="Nunito"/>
                <a:ea typeface="+mn-lt"/>
                <a:cs typeface="+mn-lt"/>
              </a:rPr>
              <a:t> You hypothesize that there's a positive relationship between temperature and ice cream sales. That means as the temperature increases, you expect ice cream sales to increase</a:t>
            </a:r>
            <a:endParaRPr lang="en-US" sz="2000" b="1" dirty="0">
              <a:solidFill>
                <a:srgbClr val="374151"/>
              </a:solidFill>
              <a:latin typeface="Nunito"/>
              <a:ea typeface="Calibri"/>
              <a:cs typeface="Calibri"/>
            </a:endParaRPr>
          </a:p>
          <a:p>
            <a:endParaRPr lang="en-US" sz="2000" dirty="0">
              <a:solidFill>
                <a:srgbClr val="374151"/>
              </a:solidFill>
              <a:latin typeface="Nunito"/>
              <a:ea typeface="+mn-lt"/>
              <a:cs typeface="+mn-lt"/>
            </a:endParaRPr>
          </a:p>
          <a:p>
            <a:r>
              <a:rPr lang="en-US" sz="2000" b="1" dirty="0">
                <a:solidFill>
                  <a:srgbClr val="374151"/>
                </a:solidFill>
                <a:latin typeface="Nunito"/>
                <a:ea typeface="+mn-lt"/>
                <a:cs typeface="+mn-lt"/>
              </a:rPr>
              <a:t>Data Collection:</a:t>
            </a:r>
            <a:r>
              <a:rPr lang="en-US" sz="2000" dirty="0">
                <a:solidFill>
                  <a:srgbClr val="374151"/>
                </a:solidFill>
                <a:latin typeface="Nunito"/>
                <a:ea typeface="+mn-lt"/>
                <a:cs typeface="+mn-lt"/>
              </a:rPr>
              <a:t> You collect data on daily temperatures (in degrees Fahrenheit) and daily ice cream sales (in dollars) for a period.</a:t>
            </a:r>
            <a:endParaRPr lang="en-US" sz="2000" dirty="0">
              <a:solidFill>
                <a:srgbClr val="000000"/>
              </a:solidFill>
              <a:latin typeface="Nunito"/>
              <a:ea typeface="+mn-lt"/>
              <a:cs typeface="+mn-lt"/>
            </a:endParaRPr>
          </a:p>
          <a:p>
            <a:pPr>
              <a:buFont typeface="Arial"/>
              <a:buChar char="•"/>
            </a:pPr>
            <a:endParaRPr lang="en-US" sz="2000" dirty="0">
              <a:solidFill>
                <a:srgbClr val="374151"/>
              </a:solidFill>
              <a:latin typeface="Nunito"/>
              <a:ea typeface="Calibri"/>
              <a:cs typeface="Calibri"/>
            </a:endParaRPr>
          </a:p>
          <a:p>
            <a:r>
              <a:rPr lang="en-US" sz="2000" b="1" dirty="0">
                <a:solidFill>
                  <a:srgbClr val="374151"/>
                </a:solidFill>
                <a:latin typeface="Nunito"/>
                <a:ea typeface="+mn-lt"/>
                <a:cs typeface="+mn-lt"/>
              </a:rPr>
              <a:t>Analysis:</a:t>
            </a:r>
            <a:r>
              <a:rPr lang="en-US" sz="2000" dirty="0">
                <a:solidFill>
                  <a:srgbClr val="374151"/>
                </a:solidFill>
                <a:latin typeface="Nunito"/>
                <a:ea typeface="+mn-lt"/>
                <a:cs typeface="+mn-lt"/>
              </a:rPr>
              <a:t> Using this data, you can perform a simple linear regression analysis:</a:t>
            </a:r>
            <a:endParaRPr lang="en-US" sz="2000" dirty="0">
              <a:solidFill>
                <a:srgbClr val="374151"/>
              </a:solidFill>
              <a:latin typeface="Nunito"/>
              <a:ea typeface="Calibri"/>
              <a:cs typeface="Calibri"/>
            </a:endParaRPr>
          </a:p>
          <a:p>
            <a:pPr marL="342900" indent="-342900">
              <a:buFont typeface="Arial"/>
              <a:buChar char="•"/>
            </a:pPr>
            <a:r>
              <a:rPr lang="en-US" sz="2000" dirty="0">
                <a:solidFill>
                  <a:srgbClr val="374151"/>
                </a:solidFill>
                <a:latin typeface="Nunito"/>
                <a:ea typeface="+mn-lt"/>
                <a:cs typeface="+mn-lt"/>
              </a:rPr>
              <a:t>Independent Variable (X): Temperature</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Dependent Variable (Y): Ice Cream Sales</a:t>
            </a:r>
          </a:p>
          <a:p>
            <a:pPr>
              <a:buFont typeface="Arial"/>
              <a:buChar char="•"/>
            </a:pPr>
            <a:endParaRPr lang="en-US" sz="2000" dirty="0">
              <a:solidFill>
                <a:srgbClr val="374151"/>
              </a:solidFill>
              <a:latin typeface="Nunito"/>
              <a:ea typeface="Calibri"/>
              <a:cs typeface="Calibri"/>
            </a:endParaRPr>
          </a:p>
          <a:p>
            <a:r>
              <a:rPr lang="en-US" sz="2000" i="1" dirty="0">
                <a:solidFill>
                  <a:srgbClr val="374151"/>
                </a:solidFill>
                <a:latin typeface="Nunito"/>
                <a:ea typeface="+mn-lt"/>
                <a:cs typeface="+mn-lt"/>
              </a:rPr>
              <a:t>You'll build a linear regression model to predict ice cream sales based on temperature.</a:t>
            </a:r>
            <a:endParaRPr lang="en-US" sz="2000" i="1" dirty="0">
              <a:solidFill>
                <a:srgbClr val="374151"/>
              </a:solidFill>
              <a:latin typeface="Nunito"/>
              <a:ea typeface="Calibri"/>
              <a:cs typeface="Calibri"/>
            </a:endParaRPr>
          </a:p>
        </p:txBody>
      </p:sp>
    </p:spTree>
    <p:extLst>
      <p:ext uri="{BB962C8B-B14F-4D97-AF65-F5344CB8AC3E}">
        <p14:creationId xmlns:p14="http://schemas.microsoft.com/office/powerpoint/2010/main" val="4287738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189639" y="355812"/>
            <a:ext cx="627181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Linear Regression Steps</a:t>
            </a:r>
          </a:p>
        </p:txBody>
      </p:sp>
      <p:sp>
        <p:nvSpPr>
          <p:cNvPr id="2" name="TextBox 1">
            <a:extLst>
              <a:ext uri="{FF2B5EF4-FFF2-40B4-BE49-F238E27FC236}">
                <a16:creationId xmlns:a16="http://schemas.microsoft.com/office/drawing/2014/main" id="{F7761F45-99CF-5094-8BAE-64DDA34139B5}"/>
              </a:ext>
            </a:extLst>
          </p:cNvPr>
          <p:cNvSpPr txBox="1"/>
          <p:nvPr/>
        </p:nvSpPr>
        <p:spPr>
          <a:xfrm>
            <a:off x="1131686" y="1259160"/>
            <a:ext cx="10388436" cy="4112664"/>
          </a:xfrm>
          <a:prstGeom prst="rect">
            <a:avLst/>
          </a:prstGeom>
          <a:noFill/>
        </p:spPr>
        <p:txBody>
          <a:bodyPr wrap="square" lIns="91440" tIns="45720" rIns="91440" bIns="45720" anchor="t">
            <a:spAutoFit/>
          </a:bodyPr>
          <a:lstStyle/>
          <a:p>
            <a:pPr marL="171450" indent="-171450">
              <a:lnSpc>
                <a:spcPct val="150000"/>
              </a:lnSpc>
              <a:buFont typeface="Arial"/>
              <a:buChar char="•"/>
            </a:pPr>
            <a:r>
              <a:rPr lang="en-US" sz="2200" b="1" dirty="0">
                <a:solidFill>
                  <a:srgbClr val="374151"/>
                </a:solidFill>
                <a:latin typeface="Nunito"/>
                <a:ea typeface="+mn-lt"/>
                <a:cs typeface="+mn-lt"/>
              </a:rPr>
              <a:t>Data Collection:</a:t>
            </a:r>
            <a:r>
              <a:rPr lang="en-US" sz="2200" dirty="0">
                <a:solidFill>
                  <a:srgbClr val="374151"/>
                </a:solidFill>
                <a:latin typeface="Nunito"/>
                <a:ea typeface="+mn-lt"/>
                <a:cs typeface="+mn-lt"/>
              </a:rPr>
              <a:t> Gather input features and target variable.</a:t>
            </a:r>
            <a:endParaRPr lang="en-US" sz="2200" b="1" dirty="0">
              <a:solidFill>
                <a:srgbClr val="374151"/>
              </a:solidFill>
              <a:latin typeface="Nunito"/>
              <a:ea typeface="Calibri"/>
              <a:cs typeface="Calibri"/>
            </a:endParaRPr>
          </a:p>
          <a:p>
            <a:pPr marL="171450" indent="-171450">
              <a:lnSpc>
                <a:spcPct val="150000"/>
              </a:lnSpc>
              <a:buFont typeface="Arial"/>
              <a:buChar char="•"/>
            </a:pPr>
            <a:r>
              <a:rPr lang="en-US" sz="2200" b="1" dirty="0">
                <a:solidFill>
                  <a:srgbClr val="374151"/>
                </a:solidFill>
                <a:latin typeface="Nunito"/>
                <a:ea typeface="+mn-lt"/>
                <a:cs typeface="+mn-lt"/>
              </a:rPr>
              <a:t>Data Preprocessing:</a:t>
            </a:r>
            <a:r>
              <a:rPr lang="en-US" sz="2200" dirty="0">
                <a:solidFill>
                  <a:srgbClr val="374151"/>
                </a:solidFill>
                <a:latin typeface="Nunito"/>
                <a:ea typeface="+mn-lt"/>
                <a:cs typeface="+mn-lt"/>
              </a:rPr>
              <a:t> Handle missing data, outliers, and scaling.</a:t>
            </a:r>
            <a:endParaRPr lang="en-US" sz="2200" dirty="0">
              <a:latin typeface="Nunito"/>
              <a:ea typeface="Calibri"/>
              <a:cs typeface="Calibri"/>
            </a:endParaRPr>
          </a:p>
          <a:p>
            <a:pPr marL="171450" indent="-171450">
              <a:lnSpc>
                <a:spcPct val="150000"/>
              </a:lnSpc>
              <a:buFont typeface="Arial"/>
              <a:buChar char="•"/>
            </a:pPr>
            <a:r>
              <a:rPr lang="en-US" sz="2200" b="1" dirty="0">
                <a:solidFill>
                  <a:srgbClr val="374151"/>
                </a:solidFill>
                <a:latin typeface="Nunito"/>
                <a:ea typeface="+mn-lt"/>
                <a:cs typeface="+mn-lt"/>
              </a:rPr>
              <a:t>Data Splitting:</a:t>
            </a:r>
            <a:r>
              <a:rPr lang="en-US" sz="2200" dirty="0">
                <a:solidFill>
                  <a:srgbClr val="374151"/>
                </a:solidFill>
                <a:latin typeface="Nunito"/>
                <a:ea typeface="+mn-lt"/>
                <a:cs typeface="+mn-lt"/>
              </a:rPr>
              <a:t> Divide into training and testing sets.</a:t>
            </a:r>
            <a:endParaRPr lang="en-US" sz="2200" dirty="0">
              <a:latin typeface="Nunito"/>
              <a:ea typeface="Calibri"/>
              <a:cs typeface="Calibri"/>
            </a:endParaRPr>
          </a:p>
          <a:p>
            <a:pPr marL="171450" indent="-171450">
              <a:lnSpc>
                <a:spcPct val="150000"/>
              </a:lnSpc>
              <a:buFont typeface="Arial"/>
              <a:buChar char="•"/>
            </a:pPr>
            <a:r>
              <a:rPr lang="en-US" sz="2200" b="1" dirty="0">
                <a:solidFill>
                  <a:srgbClr val="374151"/>
                </a:solidFill>
                <a:latin typeface="Nunito"/>
                <a:ea typeface="+mn-lt"/>
                <a:cs typeface="+mn-lt"/>
              </a:rPr>
              <a:t>Model Selection:</a:t>
            </a:r>
            <a:r>
              <a:rPr lang="en-US" sz="2200" dirty="0">
                <a:solidFill>
                  <a:srgbClr val="374151"/>
                </a:solidFill>
                <a:latin typeface="Nunito"/>
                <a:ea typeface="+mn-lt"/>
                <a:cs typeface="+mn-lt"/>
              </a:rPr>
              <a:t> Choose a regression technique (e.g., linear).</a:t>
            </a:r>
            <a:endParaRPr lang="en-US" sz="2200" dirty="0">
              <a:latin typeface="Nunito"/>
              <a:ea typeface="Calibri"/>
              <a:cs typeface="Calibri"/>
            </a:endParaRPr>
          </a:p>
          <a:p>
            <a:pPr marL="171450" indent="-171450">
              <a:lnSpc>
                <a:spcPct val="150000"/>
              </a:lnSpc>
              <a:buFont typeface="Arial"/>
              <a:buChar char="•"/>
            </a:pPr>
            <a:r>
              <a:rPr lang="en-US" sz="2200" b="1" dirty="0">
                <a:solidFill>
                  <a:srgbClr val="374151"/>
                </a:solidFill>
                <a:latin typeface="Nunito"/>
                <a:ea typeface="+mn-lt"/>
                <a:cs typeface="+mn-lt"/>
              </a:rPr>
              <a:t>Model Training:</a:t>
            </a:r>
            <a:r>
              <a:rPr lang="en-US" sz="2200" dirty="0">
                <a:solidFill>
                  <a:srgbClr val="374151"/>
                </a:solidFill>
                <a:latin typeface="Nunito"/>
                <a:ea typeface="+mn-lt"/>
                <a:cs typeface="+mn-lt"/>
              </a:rPr>
              <a:t> Fit the model to the training data.</a:t>
            </a:r>
            <a:endParaRPr lang="en-US" sz="2200" dirty="0">
              <a:latin typeface="Nunito"/>
              <a:ea typeface="Calibri"/>
              <a:cs typeface="Calibri"/>
            </a:endParaRPr>
          </a:p>
          <a:p>
            <a:pPr marL="171450" indent="-171450">
              <a:lnSpc>
                <a:spcPct val="150000"/>
              </a:lnSpc>
              <a:buFont typeface="Arial"/>
              <a:buChar char="•"/>
            </a:pPr>
            <a:r>
              <a:rPr lang="en-US" sz="2200" b="1" dirty="0">
                <a:solidFill>
                  <a:srgbClr val="374151"/>
                </a:solidFill>
                <a:latin typeface="Nunito"/>
                <a:ea typeface="+mn-lt"/>
                <a:cs typeface="+mn-lt"/>
              </a:rPr>
              <a:t>Model Evaluation:</a:t>
            </a:r>
            <a:r>
              <a:rPr lang="en-US" sz="2200" dirty="0">
                <a:solidFill>
                  <a:srgbClr val="374151"/>
                </a:solidFill>
                <a:latin typeface="Nunito"/>
                <a:ea typeface="+mn-lt"/>
                <a:cs typeface="+mn-lt"/>
              </a:rPr>
              <a:t> Assess performance using metrics (MSE, R2).</a:t>
            </a:r>
            <a:endParaRPr lang="en-US" sz="2200" dirty="0">
              <a:latin typeface="Nunito"/>
              <a:ea typeface="Calibri"/>
              <a:cs typeface="Calibri"/>
            </a:endParaRPr>
          </a:p>
          <a:p>
            <a:pPr marL="171450" indent="-171450">
              <a:lnSpc>
                <a:spcPct val="150000"/>
              </a:lnSpc>
              <a:buFont typeface="Arial"/>
              <a:buChar char="•"/>
            </a:pPr>
            <a:r>
              <a:rPr lang="en-US" sz="2200" b="1" dirty="0">
                <a:solidFill>
                  <a:srgbClr val="374151"/>
                </a:solidFill>
                <a:latin typeface="Nunito"/>
                <a:ea typeface="+mn-lt"/>
                <a:cs typeface="+mn-lt"/>
              </a:rPr>
              <a:t>Model Interpretation:</a:t>
            </a:r>
            <a:r>
              <a:rPr lang="en-US" sz="2200" dirty="0">
                <a:solidFill>
                  <a:srgbClr val="374151"/>
                </a:solidFill>
                <a:latin typeface="Nunito"/>
                <a:ea typeface="+mn-lt"/>
                <a:cs typeface="+mn-lt"/>
              </a:rPr>
              <a:t> Analyze feature importance.</a:t>
            </a:r>
            <a:endParaRPr lang="en-US" sz="2200" dirty="0">
              <a:latin typeface="Nunito"/>
              <a:ea typeface="Calibri"/>
              <a:cs typeface="Calibri"/>
            </a:endParaRPr>
          </a:p>
          <a:p>
            <a:pPr marL="171450" indent="-171450">
              <a:lnSpc>
                <a:spcPct val="150000"/>
              </a:lnSpc>
              <a:buFont typeface="Arial"/>
              <a:buChar char="•"/>
            </a:pPr>
            <a:r>
              <a:rPr lang="en-US" sz="2200" b="1" dirty="0">
                <a:solidFill>
                  <a:srgbClr val="374151"/>
                </a:solidFill>
                <a:latin typeface="Nunito"/>
                <a:ea typeface="+mn-lt"/>
                <a:cs typeface="+mn-lt"/>
              </a:rPr>
              <a:t>Prediction:</a:t>
            </a:r>
            <a:r>
              <a:rPr lang="en-US" sz="2200" dirty="0">
                <a:solidFill>
                  <a:srgbClr val="374151"/>
                </a:solidFill>
                <a:latin typeface="Nunito"/>
                <a:ea typeface="+mn-lt"/>
                <a:cs typeface="+mn-lt"/>
              </a:rPr>
              <a:t> Use the model for new data.</a:t>
            </a:r>
            <a:endParaRPr lang="en-US" sz="2200" dirty="0">
              <a:latin typeface="Nunito"/>
              <a:ea typeface="Calibri"/>
              <a:cs typeface="Calibri"/>
            </a:endParaRPr>
          </a:p>
        </p:txBody>
      </p:sp>
    </p:spTree>
    <p:extLst>
      <p:ext uri="{BB962C8B-B14F-4D97-AF65-F5344CB8AC3E}">
        <p14:creationId xmlns:p14="http://schemas.microsoft.com/office/powerpoint/2010/main" val="34690382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4907874" y="355812"/>
            <a:ext cx="2372163"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Question</a:t>
            </a:r>
          </a:p>
        </p:txBody>
      </p:sp>
      <p:sp>
        <p:nvSpPr>
          <p:cNvPr id="2" name="TextBox 1">
            <a:extLst>
              <a:ext uri="{FF2B5EF4-FFF2-40B4-BE49-F238E27FC236}">
                <a16:creationId xmlns:a16="http://schemas.microsoft.com/office/drawing/2014/main" id="{F7761F45-99CF-5094-8BAE-64DDA34139B5}"/>
              </a:ext>
            </a:extLst>
          </p:cNvPr>
          <p:cNvSpPr txBox="1"/>
          <p:nvPr/>
        </p:nvSpPr>
        <p:spPr>
          <a:xfrm>
            <a:off x="1131686" y="1355160"/>
            <a:ext cx="10388436" cy="1446550"/>
          </a:xfrm>
          <a:prstGeom prst="rect">
            <a:avLst/>
          </a:prstGeom>
          <a:noFill/>
        </p:spPr>
        <p:txBody>
          <a:bodyPr wrap="square" lIns="91440" tIns="45720" rIns="91440" bIns="45720" anchor="t">
            <a:spAutoFit/>
          </a:bodyPr>
          <a:lstStyle/>
          <a:p>
            <a:r>
              <a:rPr lang="en-US" sz="2200" dirty="0">
                <a:solidFill>
                  <a:srgbClr val="374151"/>
                </a:solidFill>
                <a:latin typeface="Nunito"/>
                <a:ea typeface="+mn-lt"/>
                <a:cs typeface="+mn-lt"/>
              </a:rPr>
              <a:t>Provide a step-by-step explanation of how to create a simple linear regression model to housing prizes using housing data. Include instructions on generating synthetic data for this example and clarify the significance of the slope and intercept in interpreting the model's predictions</a:t>
            </a:r>
            <a:endParaRPr lang="en-US">
              <a:latin typeface="Nunito"/>
              <a:ea typeface="Calibri"/>
              <a:cs typeface="Calibri"/>
            </a:endParaRPr>
          </a:p>
        </p:txBody>
      </p:sp>
    </p:spTree>
    <p:extLst>
      <p:ext uri="{BB962C8B-B14F-4D97-AF65-F5344CB8AC3E}">
        <p14:creationId xmlns:p14="http://schemas.microsoft.com/office/powerpoint/2010/main" val="3658381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vert="horz" lIns="91440" tIns="45720" rIns="91440" bIns="45720" rtlCol="0" anchor="t">
            <a:normAutofit/>
          </a:bodyPr>
          <a:lstStyle/>
          <a:p>
            <a:pPr marL="0" indent="0" algn="ctr">
              <a:buNone/>
            </a:pPr>
            <a:endParaRPr lang="en-IN" sz="9600" b="1" dirty="0">
              <a:solidFill>
                <a:schemeClr val="accent1">
                  <a:lumMod val="50000"/>
                </a:schemeClr>
              </a:solidFill>
              <a:latin typeface="Nunito" pitchFamily="2" charset="0"/>
            </a:endParaRPr>
          </a:p>
          <a:p>
            <a:pPr marL="0" indent="0" algn="ctr">
              <a:buNone/>
            </a:pPr>
            <a:r>
              <a:rPr lang="en-IN" sz="9600" b="1" dirty="0">
                <a:solidFill>
                  <a:schemeClr val="accent1">
                    <a:lumMod val="50000"/>
                  </a:schemeClr>
                </a:solidFill>
                <a:latin typeface="Nunito"/>
              </a:rPr>
              <a:t>Questions ?</a:t>
            </a:r>
            <a:endParaRPr lang="en-IN" sz="9600" b="1" dirty="0">
              <a:solidFill>
                <a:schemeClr val="accent1">
                  <a:lumMod val="50000"/>
                </a:schemeClr>
              </a:solidFill>
              <a:latin typeface="Nunito" pitchFamily="2" charset="0"/>
            </a:endParaRPr>
          </a:p>
          <a:p>
            <a:endParaRPr lang="en-IN" dirty="0">
              <a:latin typeface="Nunito" pitchFamily="2" charset="0"/>
            </a:endParaRPr>
          </a:p>
        </p:txBody>
      </p:sp>
    </p:spTree>
    <p:extLst>
      <p:ext uri="{BB962C8B-B14F-4D97-AF65-F5344CB8AC3E}">
        <p14:creationId xmlns:p14="http://schemas.microsoft.com/office/powerpoint/2010/main" val="2503897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vert="horz" lIns="91440" tIns="45720" rIns="91440" bIns="45720" rtlCol="0" anchor="t">
            <a:normAutofit/>
          </a:bodyPr>
          <a:lstStyle/>
          <a:p>
            <a:pPr marL="0" indent="0" algn="ctr">
              <a:buNone/>
            </a:pPr>
            <a:endParaRPr lang="en-IN" sz="9600" b="1" dirty="0">
              <a:solidFill>
                <a:schemeClr val="accent1">
                  <a:lumMod val="50000"/>
                </a:schemeClr>
              </a:solidFill>
              <a:latin typeface="Nunito" pitchFamily="2" charset="0"/>
            </a:endParaRPr>
          </a:p>
          <a:p>
            <a:pPr marL="0" indent="0" algn="ctr">
              <a:buNone/>
            </a:pPr>
            <a:r>
              <a:rPr lang="en-IN" sz="9600" b="1" dirty="0">
                <a:solidFill>
                  <a:schemeClr val="accent1">
                    <a:lumMod val="50000"/>
                  </a:schemeClr>
                </a:solidFill>
                <a:latin typeface="Nunito"/>
              </a:rPr>
              <a:t>Thank You !</a:t>
            </a:r>
          </a:p>
          <a:p>
            <a:endParaRPr lang="en-IN" dirty="0">
              <a:latin typeface="Nunito" pitchFamily="2" charset="0"/>
            </a:endParaRPr>
          </a:p>
        </p:txBody>
      </p:sp>
    </p:spTree>
    <p:extLst>
      <p:ext uri="{BB962C8B-B14F-4D97-AF65-F5344CB8AC3E}">
        <p14:creationId xmlns:p14="http://schemas.microsoft.com/office/powerpoint/2010/main" val="405964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1896</TotalTime>
  <Words>1290</Words>
  <Application>Microsoft Office PowerPoint</Application>
  <PresentationFormat>Widescreen</PresentationFormat>
  <Paragraphs>159</Paragraphs>
  <Slides>25</Slides>
  <Notes>3</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PowerPoint Presentation</vt:lpstr>
      <vt:lpstr>Trainer Guidelines for Conducting Class</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Suraj Chopade</cp:lastModifiedBy>
  <cp:revision>3786</cp:revision>
  <dcterms:created xsi:type="dcterms:W3CDTF">2020-12-23T13:36:00Z</dcterms:created>
  <dcterms:modified xsi:type="dcterms:W3CDTF">2025-01-10T08:47:29Z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