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  <p:sldMasterId id="2147483648" r:id="rId2"/>
  </p:sldMasterIdLst>
  <p:notesMasterIdLst>
    <p:notesMasterId r:id="rId27"/>
  </p:notesMasterIdLst>
  <p:sldIdLst>
    <p:sldId id="257" r:id="rId3"/>
    <p:sldId id="566" r:id="rId4"/>
    <p:sldId id="560" r:id="rId5"/>
    <p:sldId id="585" r:id="rId6"/>
    <p:sldId id="603" r:id="rId7"/>
    <p:sldId id="604" r:id="rId8"/>
    <p:sldId id="605" r:id="rId9"/>
    <p:sldId id="607" r:id="rId10"/>
    <p:sldId id="618" r:id="rId11"/>
    <p:sldId id="608" r:id="rId12"/>
    <p:sldId id="609" r:id="rId13"/>
    <p:sldId id="625" r:id="rId14"/>
    <p:sldId id="624" r:id="rId15"/>
    <p:sldId id="623" r:id="rId16"/>
    <p:sldId id="622" r:id="rId17"/>
    <p:sldId id="621" r:id="rId18"/>
    <p:sldId id="620" r:id="rId19"/>
    <p:sldId id="619" r:id="rId20"/>
    <p:sldId id="617" r:id="rId21"/>
    <p:sldId id="628" r:id="rId22"/>
    <p:sldId id="627" r:id="rId23"/>
    <p:sldId id="626" r:id="rId24"/>
    <p:sldId id="283" r:id="rId25"/>
    <p:sldId id="40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FFE48-F8B9-7356-E774-8ADD52A473DA}" v="1" dt="2024-07-16T07:48:05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3F0199E2-AB24-C591-838A-F63FB9D1C88D}"/>
    <pc:docChg chg="modSld">
      <pc:chgData name="Suraj Chopade" userId="S::suraj.chopade@bostoninstituteofanalytics.org::dcc44ee8-6a65-4538-a5e1-c87e14ca7a61" providerId="AD" clId="Web-{3F0199E2-AB24-C591-838A-F63FB9D1C88D}" dt="2023-10-30T06:41:10.521" v="1" actId="20577"/>
      <pc:docMkLst>
        <pc:docMk/>
      </pc:docMkLst>
      <pc:sldChg chg="modSp">
        <pc:chgData name="Suraj Chopade" userId="S::suraj.chopade@bostoninstituteofanalytics.org::dcc44ee8-6a65-4538-a5e1-c87e14ca7a61" providerId="AD" clId="Web-{3F0199E2-AB24-C591-838A-F63FB9D1C88D}" dt="2023-10-30T06:41:10.521" v="1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3F0199E2-AB24-C591-838A-F63FB9D1C88D}" dt="2023-10-30T06:41:10.521" v="1" actId="20577"/>
          <ac:spMkLst>
            <pc:docMk/>
            <pc:sldMk cId="1192605599" sldId="591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D4CFFE48-F8B9-7356-E774-8ADD52A473DA}"/>
    <pc:docChg chg="addSld">
      <pc:chgData name="Suraj Chopade" userId="S::suraj.chopade@bostoninstituteofanalytics.org::dcc44ee8-6a65-4538-a5e1-c87e14ca7a61" providerId="AD" clId="Web-{D4CFFE48-F8B9-7356-E774-8ADD52A473DA}" dt="2024-07-16T07:48:05.814" v="0"/>
      <pc:docMkLst>
        <pc:docMk/>
      </pc:docMkLst>
      <pc:sldChg chg="add">
        <pc:chgData name="Suraj Chopade" userId="S::suraj.chopade@bostoninstituteofanalytics.org::dcc44ee8-6a65-4538-a5e1-c87e14ca7a61" providerId="AD" clId="Web-{D4CFFE48-F8B9-7356-E774-8ADD52A473DA}" dt="2024-07-16T07:48:05.814" v="0"/>
        <pc:sldMkLst>
          <pc:docMk/>
          <pc:sldMk cId="228880180" sldId="566"/>
        </pc:sldMkLst>
      </pc:sldChg>
    </pc:docChg>
  </pc:docChgLst>
  <pc:docChgLst>
    <pc:chgData name="Rahul Suresh Deshbhratar" userId="S::rahul.deshbhratar@bostoninstituteofanalytics.org::cd971814-19eb-449f-b661-8cc665f4aa4d" providerId="AD" clId="Web-{EC6A573D-1ECF-646D-F752-C9038CD68C00}"/>
    <pc:docChg chg="delSld">
      <pc:chgData name="Rahul Suresh Deshbhratar" userId="S::rahul.deshbhratar@bostoninstituteofanalytics.org::cd971814-19eb-449f-b661-8cc665f4aa4d" providerId="AD" clId="Web-{EC6A573D-1ECF-646D-F752-C9038CD68C00}" dt="2023-11-01T07:38:27.414" v="0"/>
      <pc:docMkLst>
        <pc:docMk/>
      </pc:docMkLst>
      <pc:sldChg chg="del">
        <pc:chgData name="Rahul Suresh Deshbhratar" userId="S::rahul.deshbhratar@bostoninstituteofanalytics.org::cd971814-19eb-449f-b661-8cc665f4aa4d" providerId="AD" clId="Web-{EC6A573D-1ECF-646D-F752-C9038CD68C00}" dt="2023-11-01T07:38:27.414" v="0"/>
        <pc:sldMkLst>
          <pc:docMk/>
          <pc:sldMk cId="3765726282" sldId="616"/>
        </pc:sldMkLst>
      </pc:sldChg>
    </pc:docChg>
  </pc:docChgLst>
  <pc:docChgLst>
    <pc:chgData name="Suraj Chopade" userId="S::suraj.chopade@bostoninstituteofanalytics.org::dcc44ee8-6a65-4538-a5e1-c87e14ca7a61" providerId="AD" clId="Web-{BF91663B-F35C-0FFD-BEB7-75A2889C68D9}"/>
    <pc:docChg chg="addSld delSld modSld">
      <pc:chgData name="Suraj Chopade" userId="S::suraj.chopade@bostoninstituteofanalytics.org::dcc44ee8-6a65-4538-a5e1-c87e14ca7a61" providerId="AD" clId="Web-{BF91663B-F35C-0FFD-BEB7-75A2889C68D9}" dt="2023-10-13T11:22:30.812" v="422" actId="20577"/>
      <pc:docMkLst>
        <pc:docMk/>
      </pc:docMkLst>
      <pc:sldChg chg="addSp delSp modSp modNotes">
        <pc:chgData name="Suraj Chopade" userId="S::suraj.chopade@bostoninstituteofanalytics.org::dcc44ee8-6a65-4538-a5e1-c87e14ca7a61" providerId="AD" clId="Web-{BF91663B-F35C-0FFD-BEB7-75A2889C68D9}" dt="2023-10-13T11:22:27.171" v="420"/>
        <pc:sldMkLst>
          <pc:docMk/>
          <pc:sldMk cId="2963322543" sldId="580"/>
        </pc:sldMkLst>
        <pc:spChg chg="del">
          <ac:chgData name="Suraj Chopade" userId="S::suraj.chopade@bostoninstituteofanalytics.org::dcc44ee8-6a65-4538-a5e1-c87e14ca7a61" providerId="AD" clId="Web-{BF91663B-F35C-0FFD-BEB7-75A2889C68D9}" dt="2023-10-13T11:21:24.780" v="353"/>
          <ac:spMkLst>
            <pc:docMk/>
            <pc:sldMk cId="2963322543" sldId="580"/>
            <ac:spMk id="3" creationId="{E832CDC4-B013-E762-FAD3-AEFC2E2B1BB2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11:22:13.718" v="417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1:15.467" v="351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addSp delSp modSp">
        <pc:chgData name="Suraj Chopade" userId="S::suraj.chopade@bostoninstituteofanalytics.org::dcc44ee8-6a65-4538-a5e1-c87e14ca7a61" providerId="AD" clId="Web-{BF91663B-F35C-0FFD-BEB7-75A2889C68D9}" dt="2023-10-13T07:34:13.142" v="30" actId="14100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BF91663B-F35C-0FFD-BEB7-75A2889C68D9}" dt="2023-10-13T07:34:13.142" v="30" actId="14100"/>
          <ac:spMkLst>
            <pc:docMk/>
            <pc:sldMk cId="3666249699" sldId="590"/>
            <ac:spMk id="2" creationId="{11ED0A47-EC7E-9AD2-4E43-64F3552C8CF5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33:27.751" v="18"/>
          <ac:spMkLst>
            <pc:docMk/>
            <pc:sldMk cId="3666249699" sldId="590"/>
            <ac:spMk id="3" creationId="{D12C0EEE-A854-66E1-94BF-31DD9A61483B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32:22.390" v="2"/>
          <ac:spMkLst>
            <pc:docMk/>
            <pc:sldMk cId="3666249699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F91663B-F35C-0FFD-BEB7-75A2889C68D9}" dt="2023-10-13T07:34:04.751" v="29" actId="1076"/>
          <ac:picMkLst>
            <pc:docMk/>
            <pc:sldMk cId="3666249699" sldId="590"/>
            <ac:picMk id="4" creationId="{C3481D2F-67D4-B439-B0D3-52CCE42AA3F5}"/>
          </ac:picMkLst>
        </pc:picChg>
      </pc:sldChg>
      <pc:sldChg chg="add replId">
        <pc:chgData name="Suraj Chopade" userId="S::suraj.chopade@bostoninstituteofanalytics.org::dcc44ee8-6a65-4538-a5e1-c87e14ca7a61" providerId="AD" clId="Web-{BF91663B-F35C-0FFD-BEB7-75A2889C68D9}" dt="2023-10-13T07:34:20.799" v="31"/>
        <pc:sldMkLst>
          <pc:docMk/>
          <pc:sldMk cId="4109058990" sldId="591"/>
        </pc:sldMkLst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38:28.006" v="53" actId="1076"/>
        <pc:sldMkLst>
          <pc:docMk/>
          <pc:sldMk cId="3526597882" sldId="592"/>
        </pc:sldMkLst>
        <pc:spChg chg="del">
          <ac:chgData name="Suraj Chopade" userId="S::suraj.chopade@bostoninstituteofanalytics.org::dcc44ee8-6a65-4538-a5e1-c87e14ca7a61" providerId="AD" clId="Web-{BF91663B-F35C-0FFD-BEB7-75A2889C68D9}" dt="2023-10-13T07:35:02.705" v="34"/>
          <ac:spMkLst>
            <pc:docMk/>
            <pc:sldMk cId="3526597882" sldId="592"/>
            <ac:spMk id="2" creationId="{11ED0A47-EC7E-9AD2-4E43-64F3552C8CF5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07:38:21.005" v="50" actId="1076"/>
          <ac:spMkLst>
            <pc:docMk/>
            <pc:sldMk cId="3526597882" sldId="592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5:02.705" v="33"/>
          <ac:picMkLst>
            <pc:docMk/>
            <pc:sldMk cId="3526597882" sldId="592"/>
            <ac:picMk id="4" creationId="{C3481D2F-67D4-B439-B0D3-52CCE42AA3F5}"/>
          </ac:picMkLst>
        </pc:picChg>
        <pc:picChg chg="add mod">
          <ac:chgData name="Suraj Chopade" userId="S::suraj.chopade@bostoninstituteofanalytics.org::dcc44ee8-6a65-4538-a5e1-c87e14ca7a61" providerId="AD" clId="Web-{BF91663B-F35C-0FFD-BEB7-75A2889C68D9}" dt="2023-10-13T07:38:28.006" v="53" actId="1076"/>
          <ac:picMkLst>
            <pc:docMk/>
            <pc:sldMk cId="3526597882" sldId="592"/>
            <ac:picMk id="5" creationId="{5F065938-7900-83CF-DFD8-7C8B417F23E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BF91663B-F35C-0FFD-BEB7-75A2889C68D9}" dt="2023-10-13T07:40:23.804" v="70" actId="1076"/>
        <pc:sldMkLst>
          <pc:docMk/>
          <pc:sldMk cId="2273311973" sldId="593"/>
        </pc:sldMkLst>
        <pc:spChg chg="mod">
          <ac:chgData name="Suraj Chopade" userId="S::suraj.chopade@bostoninstituteofanalytics.org::dcc44ee8-6a65-4538-a5e1-c87e14ca7a61" providerId="AD" clId="Web-{BF91663B-F35C-0FFD-BEB7-75A2889C68D9}" dt="2023-10-13T07:40:23.804" v="70" actId="1076"/>
          <ac:spMkLst>
            <pc:docMk/>
            <pc:sldMk cId="2273311973" sldId="593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9:32.069" v="55"/>
          <ac:picMkLst>
            <pc:docMk/>
            <pc:sldMk cId="2273311973" sldId="593"/>
            <ac:picMk id="5" creationId="{5F065938-7900-83CF-DFD8-7C8B417F23E2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BF91663B-F35C-0FFD-BEB7-75A2889C68D9}" dt="2023-10-13T07:44:02.886" v="127" actId="1076"/>
        <pc:sldMkLst>
          <pc:docMk/>
          <pc:sldMk cId="2663375453" sldId="594"/>
        </pc:sldMkLst>
        <pc:spChg chg="add mod">
          <ac:chgData name="Suraj Chopade" userId="S::suraj.chopade@bostoninstituteofanalytics.org::dcc44ee8-6a65-4538-a5e1-c87e14ca7a61" providerId="AD" clId="Web-{BF91663B-F35C-0FFD-BEB7-75A2889C68D9}" dt="2023-10-13T07:44:02.886" v="127" actId="1076"/>
          <ac:spMkLst>
            <pc:docMk/>
            <pc:sldMk cId="2663375453" sldId="594"/>
            <ac:spMk id="2" creationId="{0BC91F30-3A5B-72EC-FF5A-CCD8BE14C930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3:48.135" v="124" actId="1076"/>
          <ac:spMkLst>
            <pc:docMk/>
            <pc:sldMk cId="2663375453" sldId="594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1:19.539" v="91" actId="1076"/>
          <ac:spMkLst>
            <pc:docMk/>
            <pc:sldMk cId="2663375453" sldId="59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51:56.549" v="163" actId="20577"/>
        <pc:sldMkLst>
          <pc:docMk/>
          <pc:sldMk cId="913652331" sldId="595"/>
        </pc:sldMkLst>
        <pc:spChg chg="del">
          <ac:chgData name="Suraj Chopade" userId="S::suraj.chopade@bostoninstituteofanalytics.org::dcc44ee8-6a65-4538-a5e1-c87e14ca7a61" providerId="AD" clId="Web-{BF91663B-F35C-0FFD-BEB7-75A2889C68D9}" dt="2023-10-13T07:50:37.282" v="132"/>
          <ac:spMkLst>
            <pc:docMk/>
            <pc:sldMk cId="913652331" sldId="595"/>
            <ac:spMk id="2" creationId="{0BC91F30-3A5B-72EC-FF5A-CCD8BE14C930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51:56.549" v="163" actId="20577"/>
          <ac:spMkLst>
            <pc:docMk/>
            <pc:sldMk cId="913652331" sldId="595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50:33.282" v="131"/>
          <ac:spMkLst>
            <pc:docMk/>
            <pc:sldMk cId="913652331" sldId="59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BF91663B-F35C-0FFD-BEB7-75A2889C68D9}" dt="2023-10-13T11:22:30.812" v="422" actId="20577"/>
        <pc:sldMkLst>
          <pc:docMk/>
          <pc:sldMk cId="4241479076" sldId="596"/>
        </pc:sldMkLst>
        <pc:spChg chg="mod">
          <ac:chgData name="Suraj Chopade" userId="S::suraj.chopade@bostoninstituteofanalytics.org::dcc44ee8-6a65-4538-a5e1-c87e14ca7a61" providerId="AD" clId="Web-{BF91663B-F35C-0FFD-BEB7-75A2889C68D9}" dt="2023-10-13T11:22:30.812" v="422" actId="20577"/>
          <ac:spMkLst>
            <pc:docMk/>
            <pc:sldMk cId="4241479076" sldId="596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0:46.107" v="345" actId="20577"/>
          <ac:spMkLst>
            <pc:docMk/>
            <pc:sldMk cId="4241479076" sldId="59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11:17:24.448" v="288" actId="1076"/>
        <pc:sldMkLst>
          <pc:docMk/>
          <pc:sldMk cId="2792509771" sldId="597"/>
        </pc:sldMkLst>
        <pc:spChg chg="add mod">
          <ac:chgData name="Suraj Chopade" userId="S::suraj.chopade@bostoninstituteofanalytics.org::dcc44ee8-6a65-4538-a5e1-c87e14ca7a61" providerId="AD" clId="Web-{BF91663B-F35C-0FFD-BEB7-75A2889C68D9}" dt="2023-10-13T11:17:24.448" v="288" actId="1076"/>
          <ac:spMkLst>
            <pc:docMk/>
            <pc:sldMk cId="2792509771" sldId="597"/>
            <ac:spMk id="2" creationId="{5F1B7679-1B00-7FB8-E0F3-3A42A920EBE5}"/>
          </ac:spMkLst>
        </pc:spChg>
        <pc:spChg chg="del mod">
          <ac:chgData name="Suraj Chopade" userId="S::suraj.chopade@bostoninstituteofanalytics.org::dcc44ee8-6a65-4538-a5e1-c87e14ca7a61" providerId="AD" clId="Web-{BF91663B-F35C-0FFD-BEB7-75A2889C68D9}" dt="2023-10-13T11:09:52.722" v="242"/>
          <ac:spMkLst>
            <pc:docMk/>
            <pc:sldMk cId="2792509771" sldId="597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5:58.103" v="255" actId="1076"/>
          <ac:spMkLst>
            <pc:docMk/>
            <pc:sldMk cId="2792509771" sldId="59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18:04.214" v="305" actId="20577"/>
        <pc:sldMkLst>
          <pc:docMk/>
          <pc:sldMk cId="4048908309" sldId="598"/>
        </pc:sldMkLst>
        <pc:spChg chg="mod">
          <ac:chgData name="Suraj Chopade" userId="S::suraj.chopade@bostoninstituteofanalytics.org::dcc44ee8-6a65-4538-a5e1-c87e14ca7a61" providerId="AD" clId="Web-{BF91663B-F35C-0FFD-BEB7-75A2889C68D9}" dt="2023-10-13T11:18:04.214" v="305" actId="20577"/>
          <ac:spMkLst>
            <pc:docMk/>
            <pc:sldMk cId="4048908309" sldId="598"/>
            <ac:spMk id="2" creationId="{5F1B7679-1B00-7FB8-E0F3-3A42A920EBE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20:05.388" v="336" actId="20577"/>
        <pc:sldMkLst>
          <pc:docMk/>
          <pc:sldMk cId="1399523925" sldId="599"/>
        </pc:sldMkLst>
        <pc:spChg chg="mod">
          <ac:chgData name="Suraj Chopade" userId="S::suraj.chopade@bostoninstituteofanalytics.org::dcc44ee8-6a65-4538-a5e1-c87e14ca7a61" providerId="AD" clId="Web-{BF91663B-F35C-0FFD-BEB7-75A2889C68D9}" dt="2023-10-13T11:20:05.388" v="336" actId="20577"/>
          <ac:spMkLst>
            <pc:docMk/>
            <pc:sldMk cId="1399523925" sldId="599"/>
            <ac:spMk id="2" creationId="{5F1B7679-1B00-7FB8-E0F3-3A42A920EBE5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9:20.590" v="318" actId="1076"/>
          <ac:spMkLst>
            <pc:docMk/>
            <pc:sldMk cId="1399523925" sldId="59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BF91663B-F35C-0FFD-BEB7-75A2889C68D9}" dt="2023-10-13T11:18:57.981" v="309"/>
        <pc:sldMkLst>
          <pc:docMk/>
          <pc:sldMk cId="2071135641" sldId="600"/>
        </pc:sldMkLst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0A32D588-DF4B-4263-C74A-1ADA0B3D1A29}"/>
    <pc:docChg chg="modSld">
      <pc:chgData name="Suraj Chopade" userId="S::suraj.chopade@bostoninstituteofanalytics.org::dcc44ee8-6a65-4538-a5e1-c87e14ca7a61" providerId="AD" clId="Web-{0A32D588-DF4B-4263-C74A-1ADA0B3D1A29}" dt="2023-12-19T07:41:20.427" v="80" actId="20577"/>
      <pc:docMkLst>
        <pc:docMk/>
      </pc:docMkLst>
      <pc:sldChg chg="addSp delSp modSp">
        <pc:chgData name="Suraj Chopade" userId="S::suraj.chopade@bostoninstituteofanalytics.org::dcc44ee8-6a65-4538-a5e1-c87e14ca7a61" providerId="AD" clId="Web-{0A32D588-DF4B-4263-C74A-1ADA0B3D1A29}" dt="2023-12-19T07:41:20.427" v="80" actId="20577"/>
        <pc:sldMkLst>
          <pc:docMk/>
          <pc:sldMk cId="2644968012" sldId="617"/>
        </pc:sldMkLst>
        <pc:spChg chg="add del mod">
          <ac:chgData name="Suraj Chopade" userId="S::suraj.chopade@bostoninstituteofanalytics.org::dcc44ee8-6a65-4538-a5e1-c87e14ca7a61" providerId="AD" clId="Web-{0A32D588-DF4B-4263-C74A-1ADA0B3D1A29}" dt="2023-12-19T07:41:20.427" v="80" actId="20577"/>
          <ac:spMkLst>
            <pc:docMk/>
            <pc:sldMk cId="2644968012" sldId="617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79948BB-AF90-E5FB-9618-EA8697EAABB6}"/>
    <pc:docChg chg="addSld delSld modSld sldOrd addMainMaster">
      <pc:chgData name="Suraj Chopade" userId="S::suraj.chopade@bostoninstituteofanalytics.org::dcc44ee8-6a65-4538-a5e1-c87e14ca7a61" providerId="AD" clId="Web-{679948BB-AF90-E5FB-9618-EA8697EAABB6}" dt="2023-10-12T12:44:29.342" v="77"/>
      <pc:docMkLst>
        <pc:docMk/>
      </pc:docMkLst>
      <pc:sldChg chg="del ord">
        <pc:chgData name="Suraj Chopade" userId="S::suraj.chopade@bostoninstituteofanalytics.org::dcc44ee8-6a65-4538-a5e1-c87e14ca7a61" providerId="AD" clId="Web-{679948BB-AF90-E5FB-9618-EA8697EAABB6}" dt="2023-10-12T12:37:48.392" v="22"/>
        <pc:sldMkLst>
          <pc:docMk/>
          <pc:sldMk cId="4076578880" sldId="48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1"/>
        <pc:sldMkLst>
          <pc:docMk/>
          <pc:sldMk cId="3440828800" sldId="559"/>
        </pc:sldMkLst>
      </pc:sldChg>
      <pc:sldChg chg="delSp modSp">
        <pc:chgData name="Suraj Chopade" userId="S::suraj.chopade@bostoninstituteofanalytics.org::dcc44ee8-6a65-4538-a5e1-c87e14ca7a61" providerId="AD" clId="Web-{679948BB-AF90-E5FB-9618-EA8697EAABB6}" dt="2023-10-12T12:44:29.342" v="77"/>
        <pc:sldMkLst>
          <pc:docMk/>
          <pc:sldMk cId="778114113" sldId="560"/>
        </pc:sldMkLst>
        <pc:spChg chg="del">
          <ac:chgData name="Suraj Chopade" userId="S::suraj.chopade@bostoninstituteofanalytics.org::dcc44ee8-6a65-4538-a5e1-c87e14ca7a61" providerId="AD" clId="Web-{679948BB-AF90-E5FB-9618-EA8697EAABB6}" dt="2023-10-12T12:44:29.342" v="77"/>
          <ac:spMkLst>
            <pc:docMk/>
            <pc:sldMk cId="778114113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79948BB-AF90-E5FB-9618-EA8697EAABB6}" dt="2023-10-12T12:44:17.623" v="7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1"/>
        <pc:sldMkLst>
          <pc:docMk/>
          <pc:sldMk cId="1154806872" sldId="56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0"/>
        <pc:sldMkLst>
          <pc:docMk/>
          <pc:sldMk cId="153124426" sldId="56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9"/>
        <pc:sldMkLst>
          <pc:docMk/>
          <pc:sldMk cId="1573546750" sldId="56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8"/>
        <pc:sldMkLst>
          <pc:docMk/>
          <pc:sldMk cId="3472835970" sldId="56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7"/>
        <pc:sldMkLst>
          <pc:docMk/>
          <pc:sldMk cId="3398772900" sldId="56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6"/>
        <pc:sldMkLst>
          <pc:docMk/>
          <pc:sldMk cId="3947733581" sldId="56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5"/>
        <pc:sldMkLst>
          <pc:docMk/>
          <pc:sldMk cId="3453807102" sldId="56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4"/>
        <pc:sldMkLst>
          <pc:docMk/>
          <pc:sldMk cId="911329615" sldId="56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3"/>
        <pc:sldMkLst>
          <pc:docMk/>
          <pc:sldMk cId="567748137" sldId="569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0"/>
        <pc:sldMkLst>
          <pc:docMk/>
          <pc:sldMk cId="2776136433" sldId="570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2"/>
        <pc:sldMkLst>
          <pc:docMk/>
          <pc:sldMk cId="2160192523" sldId="57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8"/>
        <pc:sldMkLst>
          <pc:docMk/>
          <pc:sldMk cId="1822171522" sldId="57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9"/>
        <pc:sldMkLst>
          <pc:docMk/>
          <pc:sldMk cId="501368358" sldId="57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7"/>
        <pc:sldMkLst>
          <pc:docMk/>
          <pc:sldMk cId="3418130304" sldId="57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6"/>
        <pc:sldMkLst>
          <pc:docMk/>
          <pc:sldMk cId="2273153651" sldId="57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5"/>
        <pc:sldMkLst>
          <pc:docMk/>
          <pc:sldMk cId="3396145623" sldId="57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4"/>
        <pc:sldMkLst>
          <pc:docMk/>
          <pc:sldMk cId="3922629199" sldId="57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3"/>
        <pc:sldMkLst>
          <pc:docMk/>
          <pc:sldMk cId="1668714428" sldId="57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2"/>
        <pc:sldMkLst>
          <pc:docMk/>
          <pc:sldMk cId="1657611968" sldId="579"/>
        </pc:sldMkLst>
      </pc:sldChg>
      <pc:sldChg chg="addSp delSp modSp add">
        <pc:chgData name="Suraj Chopade" userId="S::suraj.chopade@bostoninstituteofanalytics.org::dcc44ee8-6a65-4538-a5e1-c87e14ca7a61" providerId="AD" clId="Web-{679948BB-AF90-E5FB-9618-EA8697EAABB6}" dt="2023-10-12T12:44:08.185" v="75" actId="1076"/>
        <pc:sldMkLst>
          <pc:docMk/>
          <pc:sldMk cId="912930375" sldId="581"/>
        </pc:sldMkLst>
        <pc:spChg chg="mod">
          <ac:chgData name="Suraj Chopade" userId="S::suraj.chopade@bostoninstituteofanalytics.org::dcc44ee8-6a65-4538-a5e1-c87e14ca7a61" providerId="AD" clId="Web-{679948BB-AF90-E5FB-9618-EA8697EAABB6}" dt="2023-10-12T12:41:18.383" v="69" actId="1076"/>
          <ac:spMkLst>
            <pc:docMk/>
            <pc:sldMk cId="912930375" sldId="581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79948BB-AF90-E5FB-9618-EA8697EAABB6}" dt="2023-10-12T12:40:01.600" v="52"/>
          <ac:graphicFrameMkLst>
            <pc:docMk/>
            <pc:sldMk cId="912930375" sldId="581"/>
            <ac:graphicFrameMk id="3" creationId="{8899F354-9D2D-EEDA-C62B-7CE60247D021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79948BB-AF90-E5FB-9618-EA8697EAABB6}" dt="2023-10-12T12:41:05.711" v="68"/>
          <ac:graphicFrameMkLst>
            <pc:docMk/>
            <pc:sldMk cId="912930375" sldId="581"/>
            <ac:graphicFrameMk id="7" creationId="{FBF120AC-CEA3-E6FB-1F60-5853288C1B5C}"/>
          </ac:graphicFrameMkLst>
        </pc:graphicFrameChg>
        <pc:picChg chg="add del mod">
          <ac:chgData name="Suraj Chopade" userId="S::suraj.chopade@bostoninstituteofanalytics.org::dcc44ee8-6a65-4538-a5e1-c87e14ca7a61" providerId="AD" clId="Web-{679948BB-AF90-E5FB-9618-EA8697EAABB6}" dt="2023-10-12T12:42:44.433" v="71"/>
          <ac:picMkLst>
            <pc:docMk/>
            <pc:sldMk cId="912930375" sldId="581"/>
            <ac:picMk id="5" creationId="{53FF1C0D-1398-CF9A-E872-DC7388F8C5A6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8:50.004" v="26"/>
          <ac:picMkLst>
            <pc:docMk/>
            <pc:sldMk cId="912930375" sldId="581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79948BB-AF90-E5FB-9618-EA8697EAABB6}" dt="2023-10-12T12:44:08.185" v="75" actId="1076"/>
          <ac:picMkLst>
            <pc:docMk/>
            <pc:sldMk cId="912930375" sldId="581"/>
            <ac:picMk id="10" creationId="{7D977236-289C-8F87-9D4E-6ED1AEA561B0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9:01.613" v="41"/>
          <ac:picMkLst>
            <pc:docMk/>
            <pc:sldMk cId="912930375" sldId="581"/>
            <ac:picMk id="2050" creationId="{C935F535-396C-A8C5-B5DA-A7B2F3D535C0}"/>
          </ac:picMkLst>
        </pc:picChg>
      </pc:sldChg>
      <pc:sldChg chg="delSp add">
        <pc:chgData name="Suraj Chopade" userId="S::suraj.chopade@bostoninstituteofanalytics.org::dcc44ee8-6a65-4538-a5e1-c87e14ca7a61" providerId="AD" clId="Web-{679948BB-AF90-E5FB-9618-EA8697EAABB6}" dt="2023-10-12T12:38:47.894" v="25"/>
        <pc:sldMkLst>
          <pc:docMk/>
          <pc:sldMk cId="1849454308" sldId="582"/>
        </pc:sldMkLst>
        <pc:picChg chg="del">
          <ac:chgData name="Suraj Chopade" userId="S::suraj.chopade@bostoninstituteofanalytics.org::dcc44ee8-6a65-4538-a5e1-c87e14ca7a61" providerId="AD" clId="Web-{679948BB-AF90-E5FB-9618-EA8697EAABB6}" dt="2023-10-12T12:38:47.894" v="25"/>
          <ac:picMkLst>
            <pc:docMk/>
            <pc:sldMk cId="1849454308" sldId="582"/>
            <ac:picMk id="6" creationId="{00000000-0000-0000-0000-000000000000}"/>
          </ac:picMkLst>
        </pc:picChg>
      </pc:sldChg>
      <pc:sldMasterChg chg="add addSldLayout">
        <pc:chgData name="Suraj Chopade" userId="S::suraj.chopade@bostoninstituteofanalytics.org::dcc44ee8-6a65-4538-a5e1-c87e14ca7a61" providerId="AD" clId="Web-{679948BB-AF90-E5FB-9618-EA8697EAABB6}" dt="2023-10-12T12:38:43.300" v="23"/>
        <pc:sldMasterMkLst>
          <pc:docMk/>
          <pc:sldMasterMk cId="0" sldId="2147483648"/>
        </pc:sldMasterMkLst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5B325495-883F-B441-6930-008ED50C106D}"/>
    <pc:docChg chg="modSld">
      <pc:chgData name="Suraj Chopade" userId="S::suraj.chopade@bostoninstituteofanalytics.org::dcc44ee8-6a65-4538-a5e1-c87e14ca7a61" providerId="AD" clId="Web-{5B325495-883F-B441-6930-008ED50C106D}" dt="2023-10-14T05:11:06.577" v="48" actId="20577"/>
      <pc:docMkLst>
        <pc:docMk/>
      </pc:docMkLst>
      <pc:sldChg chg="modSp modNotes">
        <pc:chgData name="Suraj Chopade" userId="S::suraj.chopade@bostoninstituteofanalytics.org::dcc44ee8-6a65-4538-a5e1-c87e14ca7a61" providerId="AD" clId="Web-{5B325495-883F-B441-6930-008ED50C106D}" dt="2023-10-14T05:11:06.577" v="48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5B325495-883F-B441-6930-008ED50C106D}" dt="2023-10-14T05:10:50.186" v="4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5B325495-883F-B441-6930-008ED50C106D}" dt="2023-10-14T05:11:06.577" v="48" actId="20577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C4C8203D-DAEB-6487-3805-7C1969ADC705}"/>
    <pc:docChg chg="addSld delSld">
      <pc:chgData name="Suraj Chopade" userId="S::suraj.chopade@bostoninstituteofanalytics.org::dcc44ee8-6a65-4538-a5e1-c87e14ca7a61" providerId="AD" clId="Web-{C4C8203D-DAEB-6487-3805-7C1969ADC705}" dt="2023-10-13T11:26:05.422" v="20"/>
      <pc:docMkLst>
        <pc:docMk/>
      </pc:docMkLst>
      <pc:sldChg chg="del">
        <pc:chgData name="Suraj Chopade" userId="S::suraj.chopade@bostoninstituteofanalytics.org::dcc44ee8-6a65-4538-a5e1-c87e14ca7a61" providerId="AD" clId="Web-{C4C8203D-DAEB-6487-3805-7C1969ADC705}" dt="2023-10-13T11:25:43.687" v="2"/>
        <pc:sldMkLst>
          <pc:docMk/>
          <pc:sldMk cId="912930375" sldId="58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5:43.687" v="3"/>
        <pc:sldMkLst>
          <pc:docMk/>
          <pc:sldMk cId="1849454308" sldId="58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20"/>
        <pc:sldMkLst>
          <pc:docMk/>
          <pc:sldMk cId="1269877520" sldId="58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9"/>
        <pc:sldMkLst>
          <pc:docMk/>
          <pc:sldMk cId="792537193" sldId="58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8"/>
        <pc:sldMkLst>
          <pc:docMk/>
          <pc:sldMk cId="148589471" sldId="58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7"/>
        <pc:sldMkLst>
          <pc:docMk/>
          <pc:sldMk cId="1760605959" sldId="58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6"/>
        <pc:sldMkLst>
          <pc:docMk/>
          <pc:sldMk cId="2769045237" sldId="58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5"/>
        <pc:sldMkLst>
          <pc:docMk/>
          <pc:sldMk cId="3237133448" sldId="58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4"/>
        <pc:sldMkLst>
          <pc:docMk/>
          <pc:sldMk cId="2106098010" sldId="589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3"/>
        <pc:sldMkLst>
          <pc:docMk/>
          <pc:sldMk cId="3666249699" sldId="590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2"/>
        <pc:sldMkLst>
          <pc:docMk/>
          <pc:sldMk cId="4109058990" sldId="59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1"/>
        <pc:sldMkLst>
          <pc:docMk/>
          <pc:sldMk cId="3526597882" sldId="59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0"/>
        <pc:sldMkLst>
          <pc:docMk/>
          <pc:sldMk cId="2273311973" sldId="59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9"/>
        <pc:sldMkLst>
          <pc:docMk/>
          <pc:sldMk cId="2663375453" sldId="59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8"/>
        <pc:sldMkLst>
          <pc:docMk/>
          <pc:sldMk cId="913652331" sldId="59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7"/>
        <pc:sldMkLst>
          <pc:docMk/>
          <pc:sldMk cId="4241479076" sldId="59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6"/>
        <pc:sldMkLst>
          <pc:docMk/>
          <pc:sldMk cId="2792509771" sldId="59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5"/>
        <pc:sldMkLst>
          <pc:docMk/>
          <pc:sldMk cId="4048908309" sldId="59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4"/>
        <pc:sldMkLst>
          <pc:docMk/>
          <pc:sldMk cId="1399523925" sldId="599"/>
        </pc:sldMkLst>
      </pc:sldChg>
      <pc:sldChg chg="new del">
        <pc:chgData name="Suraj Chopade" userId="S::suraj.chopade@bostoninstituteofanalytics.org::dcc44ee8-6a65-4538-a5e1-c87e14ca7a61" providerId="AD" clId="Web-{C4C8203D-DAEB-6487-3805-7C1969ADC705}" dt="2023-10-13T11:25:27.233" v="1"/>
        <pc:sldMkLst>
          <pc:docMk/>
          <pc:sldMk cId="441230678" sldId="600"/>
        </pc:sldMkLst>
      </pc:sldChg>
    </pc:docChg>
  </pc:docChgLst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0AB630C-2141-DDD7-E25D-4FCA44207CA0}"/>
    <pc:docChg chg="addSld delSld modSld sldOrd">
      <pc:chgData name="Suraj Chopade" userId="S::suraj.chopade@bostoninstituteofanalytics.org::dcc44ee8-6a65-4538-a5e1-c87e14ca7a61" providerId="AD" clId="Web-{40AB630C-2141-DDD7-E25D-4FCA44207CA0}" dt="2023-10-14T11:24:19.013" v="975"/>
      <pc:docMkLst>
        <pc:docMk/>
      </pc:docMkLst>
      <pc:sldChg chg="modSp">
        <pc:chgData name="Suraj Chopade" userId="S::suraj.chopade@bostoninstituteofanalytics.org::dcc44ee8-6a65-4538-a5e1-c87e14ca7a61" providerId="AD" clId="Web-{40AB630C-2141-DDD7-E25D-4FCA44207CA0}" dt="2023-10-14T08:11:12.840" v="55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40AB630C-2141-DDD7-E25D-4FCA44207CA0}" dt="2023-10-14T08:11:12.840" v="55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04:58.688" v="2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AB630C-2141-DDD7-E25D-4FCA44207CA0}" dt="2023-10-14T11:05:29.087" v="831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AB630C-2141-DDD7-E25D-4FCA44207CA0}" dt="2023-10-14T11:05:08.837" v="829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04:06.477" v="810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3"/>
        <pc:sldMkLst>
          <pc:docMk/>
          <pc:sldMk cId="1693555998" sldId="58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2"/>
        <pc:sldMkLst>
          <pc:docMk/>
          <pc:sldMk cId="223515885" sldId="582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0"/>
        <pc:sldMkLst>
          <pc:docMk/>
          <pc:sldMk cId="4225174065" sldId="583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9"/>
        <pc:sldMkLst>
          <pc:docMk/>
          <pc:sldMk cId="25968177" sldId="584"/>
        </pc:sldMkLst>
      </pc:sldChg>
      <pc:sldChg chg="delSp modSp">
        <pc:chgData name="Suraj Chopade" userId="S::suraj.chopade@bostoninstituteofanalytics.org::dcc44ee8-6a65-4538-a5e1-c87e14ca7a61" providerId="AD" clId="Web-{40AB630C-2141-DDD7-E25D-4FCA44207CA0}" dt="2023-10-14T08:13:01.124" v="76" actId="1076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40AB630C-2141-DDD7-E25D-4FCA44207CA0}" dt="2023-10-14T08:13:01.124" v="76" actId="1076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2:10.294" v="62" actId="1076"/>
          <ac:spMkLst>
            <pc:docMk/>
            <pc:sldMk cId="503230349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0AB630C-2141-DDD7-E25D-4FCA44207CA0}" dt="2023-10-14T08:05:22.830" v="28"/>
          <ac:picMkLst>
            <pc:docMk/>
            <pc:sldMk cId="503230349" sldId="585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40AB630C-2141-DDD7-E25D-4FCA44207CA0}" dt="2023-10-14T08:05:22.830" v="27"/>
          <ac:picMkLst>
            <pc:docMk/>
            <pc:sldMk cId="503230349" sldId="585"/>
            <ac:picMk id="4" creationId="{896EAF03-C85A-283E-1962-90A1D6124CF1}"/>
          </ac:picMkLst>
        </pc:picChg>
        <pc:cxnChg chg="del">
          <ac:chgData name="Suraj Chopade" userId="S::suraj.chopade@bostoninstituteofanalytics.org::dcc44ee8-6a65-4538-a5e1-c87e14ca7a61" providerId="AD" clId="Web-{40AB630C-2141-DDD7-E25D-4FCA44207CA0}" dt="2023-10-14T08:05:22.814" v="26"/>
          <ac:cxnSpMkLst>
            <pc:docMk/>
            <pc:sldMk cId="503230349" sldId="585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40AB630C-2141-DDD7-E25D-4FCA44207CA0}" dt="2023-10-14T08:05:22.814" v="25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4"/>
        <pc:sldMkLst>
          <pc:docMk/>
          <pc:sldMk cId="799560424" sldId="586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1:31.388" v="98" actId="20577"/>
        <pc:sldMkLst>
          <pc:docMk/>
          <pc:sldMk cId="2250272500" sldId="586"/>
        </pc:sldMkLst>
        <pc:spChg chg="mod">
          <ac:chgData name="Suraj Chopade" userId="S::suraj.chopade@bostoninstituteofanalytics.org::dcc44ee8-6a65-4538-a5e1-c87e14ca7a61" providerId="AD" clId="Web-{40AB630C-2141-DDD7-E25D-4FCA44207CA0}" dt="2023-10-14T08:21:31.388" v="98" actId="20577"/>
          <ac:spMkLst>
            <pc:docMk/>
            <pc:sldMk cId="2250272500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4:03.563" v="87" actId="1076"/>
          <ac:spMkLst>
            <pc:docMk/>
            <pc:sldMk cId="2250272500" sldId="58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1"/>
        <pc:sldMkLst>
          <pc:docMk/>
          <pc:sldMk cId="133160528" sldId="587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2:59.266" v="111" actId="20577"/>
        <pc:sldMkLst>
          <pc:docMk/>
          <pc:sldMk cId="1307658322" sldId="587"/>
        </pc:sldMkLst>
        <pc:spChg chg="mod">
          <ac:chgData name="Suraj Chopade" userId="S::suraj.chopade@bostoninstituteofanalytics.org::dcc44ee8-6a65-4538-a5e1-c87e14ca7a61" providerId="AD" clId="Web-{40AB630C-2141-DDD7-E25D-4FCA44207CA0}" dt="2023-10-14T08:22:59.266" v="111" actId="20577"/>
          <ac:spMkLst>
            <pc:docMk/>
            <pc:sldMk cId="1307658322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22:28.984" v="104" actId="1076"/>
          <ac:spMkLst>
            <pc:docMk/>
            <pc:sldMk cId="1307658322" sldId="58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7"/>
        <pc:sldMkLst>
          <pc:docMk/>
          <pc:sldMk cId="20567187" sldId="588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23:19.621" v="128" actId="1076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40AB630C-2141-DDD7-E25D-4FCA44207CA0}" dt="2023-10-14T09:23:19.621" v="128" actId="1076"/>
          <ac:spMkLst>
            <pc:docMk/>
            <pc:sldMk cId="16892132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2:42.338" v="118" actId="1076"/>
          <ac:spMkLst>
            <pc:docMk/>
            <pc:sldMk cId="1689213287" sldId="588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8"/>
        <pc:sldMkLst>
          <pc:docMk/>
          <pc:sldMk cId="1296771074" sldId="589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0:37:47.729" v="791" actId="20577"/>
        <pc:sldMkLst>
          <pc:docMk/>
          <pc:sldMk cId="1943980876" sldId="589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47.729" v="791" actId="20577"/>
          <ac:spMkLst>
            <pc:docMk/>
            <pc:sldMk cId="1943980876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4:03.200" v="133" actId="1076"/>
          <ac:spMkLst>
            <pc:docMk/>
            <pc:sldMk cId="1943980876" sldId="589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7:56.791" v="793" actId="20577"/>
        <pc:sldMkLst>
          <pc:docMk/>
          <pc:sldMk cId="3924859167" sldId="590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56.791" v="793" actId="20577"/>
          <ac:spMkLst>
            <pc:docMk/>
            <pc:sldMk cId="3924859167" sldId="590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6"/>
        <pc:sldMkLst>
          <pc:docMk/>
          <pc:sldMk cId="3933435330" sldId="590"/>
        </pc:sldMkLst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20.370" v="795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0.370" v="795" actId="20577"/>
          <ac:spMkLst>
            <pc:docMk/>
            <pc:sldMk cId="1192605599" sldId="591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28:34.396" v="188"/>
          <ac:spMkLst>
            <pc:docMk/>
            <pc:sldMk cId="1192605599" sldId="591"/>
            <ac:spMk id="5" creationId="{7411887A-C455-DF06-B569-6575E77779AE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8:05.223" v="181" actId="1076"/>
          <ac:spMkLst>
            <pc:docMk/>
            <pc:sldMk cId="1192605599" sldId="591"/>
            <ac:spMk id="9" creationId="{2FDADD92-4E39-7713-520E-D88B1D53A2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32:50.216" v="413"/>
          <ac:spMkLst>
            <pc:docMk/>
            <pc:sldMk cId="1192605599" sldId="591"/>
            <ac:spMk id="10" creationId="{B7DF529A-58E6-E32F-8C18-14DDCC4B3A73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32:37.029" v="405"/>
          <ac:graphicFrameMkLst>
            <pc:docMk/>
            <pc:sldMk cId="1192605599" sldId="591"/>
            <ac:graphicFrameMk id="4" creationId="{593FAED3-E700-D5FB-30F0-D04E2C263043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40AB630C-2141-DDD7-E25D-4FCA44207CA0}" dt="2023-10-14T09:35:03.752" v="499"/>
          <ac:graphicFrameMkLst>
            <pc:docMk/>
            <pc:sldMk cId="1192605599" sldId="591"/>
            <ac:graphicFrameMk id="7" creationId="{AB727405-ADF6-8F0B-7F45-33E7EE6A37CA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5"/>
        <pc:sldMkLst>
          <pc:docMk/>
          <pc:sldMk cId="2241783718" sldId="59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4"/>
        <pc:sldMkLst>
          <pc:docMk/>
          <pc:sldMk cId="2609897129" sldId="592"/>
        </pc:sldMkLst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8:27.198" v="796" actId="20577"/>
        <pc:sldMkLst>
          <pc:docMk/>
          <pc:sldMk cId="2695123746" sldId="592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7.198" v="796" actId="20577"/>
          <ac:spMkLst>
            <pc:docMk/>
            <pc:sldMk cId="2695123746" sldId="592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34:45.298" v="478"/>
          <ac:graphicFrameMkLst>
            <pc:docMk/>
            <pc:sldMk cId="2695123746" sldId="592"/>
            <ac:graphicFrameMk id="4" creationId="{593FAED3-E700-D5FB-30F0-D04E2C26304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3"/>
        <pc:sldMkLst>
          <pc:docMk/>
          <pc:sldMk cId="798448714" sldId="593"/>
        </pc:sldMkLst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38:06.383" v="513" actId="14100"/>
        <pc:sldMkLst>
          <pc:docMk/>
          <pc:sldMk cId="2475190161" sldId="593"/>
        </pc:sldMkLst>
        <pc:spChg chg="mod">
          <ac:chgData name="Suraj Chopade" userId="S::suraj.chopade@bostoninstituteofanalytics.org::dcc44ee8-6a65-4538-a5e1-c87e14ca7a61" providerId="AD" clId="Web-{40AB630C-2141-DDD7-E25D-4FCA44207CA0}" dt="2023-10-14T09:38:06.383" v="513" actId="14100"/>
          <ac:spMkLst>
            <pc:docMk/>
            <pc:sldMk cId="2475190161" sldId="593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36:24.551" v="502"/>
          <ac:graphicFrameMkLst>
            <pc:docMk/>
            <pc:sldMk cId="2475190161" sldId="593"/>
            <ac:graphicFrameMk id="7" creationId="{AB727405-ADF6-8F0B-7F45-33E7EE6A37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46.698" v="797" actId="20577"/>
        <pc:sldMkLst>
          <pc:docMk/>
          <pc:sldMk cId="1649752522" sldId="594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46.698" v="797" actId="20577"/>
          <ac:spMkLst>
            <pc:docMk/>
            <pc:sldMk cId="1649752522" sldId="594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43:03.595" v="544"/>
          <ac:spMkLst>
            <pc:docMk/>
            <pc:sldMk cId="1649752522" sldId="594"/>
            <ac:spMk id="5" creationId="{559E429A-B490-CC0B-9D0B-2694CB99F491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39:48.745" v="518" actId="1076"/>
          <ac:spMkLst>
            <pc:docMk/>
            <pc:sldMk cId="1649752522" sldId="594"/>
            <ac:spMk id="9" creationId="{2FDADD92-4E39-7713-520E-D88B1D53A255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43:29.002" v="552"/>
          <ac:graphicFrameMkLst>
            <pc:docMk/>
            <pc:sldMk cId="1649752522" sldId="594"/>
            <ac:graphicFrameMk id="4" creationId="{E7082055-694E-7110-5016-DB3A28589073}"/>
          </ac:graphicFrameMkLst>
        </pc:graphicFrameChg>
        <pc:picChg chg="add mod">
          <ac:chgData name="Suraj Chopade" userId="S::suraj.chopade@bostoninstituteofanalytics.org::dcc44ee8-6a65-4538-a5e1-c87e14ca7a61" providerId="AD" clId="Web-{40AB630C-2141-DDD7-E25D-4FCA44207CA0}" dt="2023-10-14T09:44:36.317" v="565" actId="14100"/>
          <ac:picMkLst>
            <pc:docMk/>
            <pc:sldMk cId="1649752522" sldId="594"/>
            <ac:picMk id="6" creationId="{00F75216-0D06-B40A-47DD-B2729DF5F413}"/>
          </ac:picMkLst>
        </pc:pic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2"/>
        <pc:sldMkLst>
          <pc:docMk/>
          <pc:sldMk cId="1865462247" sldId="594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1"/>
        <pc:sldMkLst>
          <pc:docMk/>
          <pc:sldMk cId="10830205" sldId="595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47:57.918" v="707" actId="20577"/>
        <pc:sldMkLst>
          <pc:docMk/>
          <pc:sldMk cId="1411022814" sldId="595"/>
        </pc:sldMkLst>
        <pc:spChg chg="mod">
          <ac:chgData name="Suraj Chopade" userId="S::suraj.chopade@bostoninstituteofanalytics.org::dcc44ee8-6a65-4538-a5e1-c87e14ca7a61" providerId="AD" clId="Web-{40AB630C-2141-DDD7-E25D-4FCA44207CA0}" dt="2023-10-14T09:47:57.918" v="707" actId="20577"/>
          <ac:spMkLst>
            <pc:docMk/>
            <pc:sldMk cId="1411022814" sldId="595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46:13.476" v="676" actId="1076"/>
          <ac:graphicFrameMkLst>
            <pc:docMk/>
            <pc:sldMk cId="1411022814" sldId="595"/>
            <ac:graphicFrameMk id="4" creationId="{E7082055-694E-7110-5016-DB3A28589073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49:14.483" v="724"/>
        <pc:sldMkLst>
          <pc:docMk/>
          <pc:sldMk cId="584638154" sldId="596"/>
        </pc:sldMkLst>
        <pc:spChg chg="mod">
          <ac:chgData name="Suraj Chopade" userId="S::suraj.chopade@bostoninstituteofanalytics.org::dcc44ee8-6a65-4538-a5e1-c87e14ca7a61" providerId="AD" clId="Web-{40AB630C-2141-DDD7-E25D-4FCA44207CA0}" dt="2023-10-14T09:49:14.483" v="724"/>
          <ac:spMkLst>
            <pc:docMk/>
            <pc:sldMk cId="584638154" sldId="596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48:42.747" v="711"/>
          <ac:graphicFrameMkLst>
            <pc:docMk/>
            <pc:sldMk cId="584638154" sldId="596"/>
            <ac:graphicFrameMk id="4" creationId="{E7082055-694E-7110-5016-DB3A2858907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0"/>
        <pc:sldMkLst>
          <pc:docMk/>
          <pc:sldMk cId="2179001411" sldId="596"/>
        </pc:sldMkLst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41.458" v="787" actId="20577"/>
        <pc:sldMkLst>
          <pc:docMk/>
          <pc:sldMk cId="699540843" sldId="597"/>
        </pc:sldMkLst>
        <pc:spChg chg="mod">
          <ac:chgData name="Suraj Chopade" userId="S::suraj.chopade@bostoninstituteofanalytics.org::dcc44ee8-6a65-4538-a5e1-c87e14ca7a61" providerId="AD" clId="Web-{40AB630C-2141-DDD7-E25D-4FCA44207CA0}" dt="2023-10-14T10:07:34.254" v="762"/>
          <ac:spMkLst>
            <pc:docMk/>
            <pc:sldMk cId="699540843" sldId="59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9:41.458" v="787" actId="20577"/>
          <ac:spMkLst>
            <pc:docMk/>
            <pc:sldMk cId="699540843" sldId="597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29.255" v="785" actId="20577"/>
        <pc:sldMkLst>
          <pc:docMk/>
          <pc:sldMk cId="2359936003" sldId="598"/>
        </pc:sldMkLst>
        <pc:spChg chg="mod">
          <ac:chgData name="Suraj Chopade" userId="S::suraj.chopade@bostoninstituteofanalytics.org::dcc44ee8-6a65-4538-a5e1-c87e14ca7a61" providerId="AD" clId="Web-{40AB630C-2141-DDD7-E25D-4FCA44207CA0}" dt="2023-10-14T10:29:29.255" v="785" actId="20577"/>
          <ac:spMkLst>
            <pc:docMk/>
            <pc:sldMk cId="2359936003" sldId="59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7:43.483" v="770" actId="20577"/>
          <ac:spMkLst>
            <pc:docMk/>
            <pc:sldMk cId="2359936003" sldId="598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1:17:33.933" v="852" actId="1076"/>
        <pc:sldMkLst>
          <pc:docMk/>
          <pc:sldMk cId="980694750" sldId="599"/>
        </pc:sldMkLst>
        <pc:spChg chg="mod">
          <ac:chgData name="Suraj Chopade" userId="S::suraj.chopade@bostoninstituteofanalytics.org::dcc44ee8-6a65-4538-a5e1-c87e14ca7a61" providerId="AD" clId="Web-{40AB630C-2141-DDD7-E25D-4FCA44207CA0}" dt="2023-10-14T11:17:33.933" v="852" actId="1076"/>
          <ac:spMkLst>
            <pc:docMk/>
            <pc:sldMk cId="980694750" sldId="599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17:01.871" v="842" actId="1076"/>
          <ac:spMkLst>
            <pc:docMk/>
            <pc:sldMk cId="980694750" sldId="599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53.216" v="973" actId="20577"/>
        <pc:sldMkLst>
          <pc:docMk/>
          <pc:sldMk cId="2428274429" sldId="600"/>
        </pc:sldMkLst>
        <pc:spChg chg="mod">
          <ac:chgData name="Suraj Chopade" userId="S::suraj.chopade@bostoninstituteofanalytics.org::dcc44ee8-6a65-4538-a5e1-c87e14ca7a61" providerId="AD" clId="Web-{40AB630C-2141-DDD7-E25D-4FCA44207CA0}" dt="2023-10-14T11:21:43.481" v="924" actId="20577"/>
          <ac:spMkLst>
            <pc:docMk/>
            <pc:sldMk cId="2428274429" sldId="60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23:53.216" v="973" actId="20577"/>
          <ac:spMkLst>
            <pc:docMk/>
            <pc:sldMk cId="2428274429" sldId="600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36.388" v="959" actId="14100"/>
        <pc:sldMkLst>
          <pc:docMk/>
          <pc:sldMk cId="1505484871" sldId="601"/>
        </pc:sldMkLst>
        <pc:spChg chg="mod">
          <ac:chgData name="Suraj Chopade" userId="S::suraj.chopade@bostoninstituteofanalytics.org::dcc44ee8-6a65-4538-a5e1-c87e14ca7a61" providerId="AD" clId="Web-{40AB630C-2141-DDD7-E25D-4FCA44207CA0}" dt="2023-10-14T11:23:36.388" v="959" actId="14100"/>
          <ac:spMkLst>
            <pc:docMk/>
            <pc:sldMk cId="1505484871" sldId="601"/>
            <ac:spMk id="4" creationId="{90737A08-D137-FB38-9F03-F4B79E763FA7}"/>
          </ac:spMkLst>
        </pc:spChg>
      </pc:sldChg>
      <pc:sldChg chg="add del replId">
        <pc:chgData name="Suraj Chopade" userId="S::suraj.chopade@bostoninstituteofanalytics.org::dcc44ee8-6a65-4538-a5e1-c87e14ca7a61" providerId="AD" clId="Web-{40AB630C-2141-DDD7-E25D-4FCA44207CA0}" dt="2023-10-14T11:24:19.013" v="975"/>
        <pc:sldMkLst>
          <pc:docMk/>
          <pc:sldMk cId="716434416" sldId="602"/>
        </pc:sldMkLst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Rahul Suresh Deshbhratar" userId="S::rahul.deshbhratar@bostoninstituteofanalytics.org::cd971814-19eb-449f-b661-8cc665f4aa4d" providerId="AD" clId="Web-{FAA94692-B2B6-CB70-82EA-826AE22C881A}"/>
    <pc:docChg chg="modSld">
      <pc:chgData name="Rahul Suresh Deshbhratar" userId="S::rahul.deshbhratar@bostoninstituteofanalytics.org::cd971814-19eb-449f-b661-8cc665f4aa4d" providerId="AD" clId="Web-{FAA94692-B2B6-CB70-82EA-826AE22C881A}" dt="2023-10-31T13:58:35.344" v="93" actId="20577"/>
      <pc:docMkLst>
        <pc:docMk/>
      </pc:docMkLst>
      <pc:sldChg chg="modSp">
        <pc:chgData name="Rahul Suresh Deshbhratar" userId="S::rahul.deshbhratar@bostoninstituteofanalytics.org::cd971814-19eb-449f-b661-8cc665f4aa4d" providerId="AD" clId="Web-{FAA94692-B2B6-CB70-82EA-826AE22C881A}" dt="2023-10-31T13:23:29.795" v="10" actId="20577"/>
        <pc:sldMkLst>
          <pc:docMk/>
          <pc:sldMk cId="503230349" sldId="585"/>
        </pc:sldMkLst>
        <pc:spChg chg="mod">
          <ac:chgData name="Rahul Suresh Deshbhratar" userId="S::rahul.deshbhratar@bostoninstituteofanalytics.org::cd971814-19eb-449f-b661-8cc665f4aa4d" providerId="AD" clId="Web-{FAA94692-B2B6-CB70-82EA-826AE22C881A}" dt="2023-10-31T13:23:29.795" v="10" actId="20577"/>
          <ac:spMkLst>
            <pc:docMk/>
            <pc:sldMk cId="503230349" sldId="585"/>
            <ac:spMk id="2" creationId="{E401CF50-7ED4-E6A1-4F40-048F35EC4155}"/>
          </ac:spMkLst>
        </pc:spChg>
      </pc:sldChg>
      <pc:sldChg chg="modSp">
        <pc:chgData name="Rahul Suresh Deshbhratar" userId="S::rahul.deshbhratar@bostoninstituteofanalytics.org::cd971814-19eb-449f-b661-8cc665f4aa4d" providerId="AD" clId="Web-{FAA94692-B2B6-CB70-82EA-826AE22C881A}" dt="2023-10-31T13:58:35.344" v="93" actId="20577"/>
        <pc:sldMkLst>
          <pc:docMk/>
          <pc:sldMk cId="3190617462" sldId="603"/>
        </pc:sldMkLst>
        <pc:spChg chg="mod">
          <ac:chgData name="Rahul Suresh Deshbhratar" userId="S::rahul.deshbhratar@bostoninstituteofanalytics.org::cd971814-19eb-449f-b661-8cc665f4aa4d" providerId="AD" clId="Web-{FAA94692-B2B6-CB70-82EA-826AE22C881A}" dt="2023-10-31T13:58:35.344" v="93" actId="20577"/>
          <ac:spMkLst>
            <pc:docMk/>
            <pc:sldMk cId="3190617462" sldId="603"/>
            <ac:spMk id="2" creationId="{E401CF50-7ED4-E6A1-4F40-048F35EC4155}"/>
          </ac:spMkLst>
        </pc:spChg>
      </pc:sldChg>
      <pc:sldChg chg="modSp">
        <pc:chgData name="Rahul Suresh Deshbhratar" userId="S::rahul.deshbhratar@bostoninstituteofanalytics.org::cd971814-19eb-449f-b661-8cc665f4aa4d" providerId="AD" clId="Web-{FAA94692-B2B6-CB70-82EA-826AE22C881A}" dt="2023-10-31T13:25:53.784" v="26" actId="20577"/>
        <pc:sldMkLst>
          <pc:docMk/>
          <pc:sldMk cId="4021404476" sldId="605"/>
        </pc:sldMkLst>
        <pc:spChg chg="mod">
          <ac:chgData name="Rahul Suresh Deshbhratar" userId="S::rahul.deshbhratar@bostoninstituteofanalytics.org::cd971814-19eb-449f-b661-8cc665f4aa4d" providerId="AD" clId="Web-{FAA94692-B2B6-CB70-82EA-826AE22C881A}" dt="2023-10-31T13:25:53.784" v="26" actId="20577"/>
          <ac:spMkLst>
            <pc:docMk/>
            <pc:sldMk cId="4021404476" sldId="605"/>
            <ac:spMk id="2" creationId="{E401CF50-7ED4-E6A1-4F40-048F35EC4155}"/>
          </ac:spMkLst>
        </pc:spChg>
      </pc:sldChg>
      <pc:sldChg chg="modSp">
        <pc:chgData name="Rahul Suresh Deshbhratar" userId="S::rahul.deshbhratar@bostoninstituteofanalytics.org::cd971814-19eb-449f-b661-8cc665f4aa4d" providerId="AD" clId="Web-{FAA94692-B2B6-CB70-82EA-826AE22C881A}" dt="2023-10-31T13:28:49.242" v="42" actId="20577"/>
        <pc:sldMkLst>
          <pc:docMk/>
          <pc:sldMk cId="849724473" sldId="607"/>
        </pc:sldMkLst>
        <pc:spChg chg="mod">
          <ac:chgData name="Rahul Suresh Deshbhratar" userId="S::rahul.deshbhratar@bostoninstituteofanalytics.org::cd971814-19eb-449f-b661-8cc665f4aa4d" providerId="AD" clId="Web-{FAA94692-B2B6-CB70-82EA-826AE22C881A}" dt="2023-10-31T13:28:49.242" v="42" actId="20577"/>
          <ac:spMkLst>
            <pc:docMk/>
            <pc:sldMk cId="849724473" sldId="607"/>
            <ac:spMk id="2" creationId="{E401CF50-7ED4-E6A1-4F40-048F35EC4155}"/>
          </ac:spMkLst>
        </pc:spChg>
      </pc:sldChg>
      <pc:sldChg chg="modSp">
        <pc:chgData name="Rahul Suresh Deshbhratar" userId="S::rahul.deshbhratar@bostoninstituteofanalytics.org::cd971814-19eb-449f-b661-8cc665f4aa4d" providerId="AD" clId="Web-{FAA94692-B2B6-CB70-82EA-826AE22C881A}" dt="2023-10-31T13:52:04.551" v="55" actId="20577"/>
        <pc:sldMkLst>
          <pc:docMk/>
          <pc:sldMk cId="4153839566" sldId="608"/>
        </pc:sldMkLst>
        <pc:spChg chg="mod">
          <ac:chgData name="Rahul Suresh Deshbhratar" userId="S::rahul.deshbhratar@bostoninstituteofanalytics.org::cd971814-19eb-449f-b661-8cc665f4aa4d" providerId="AD" clId="Web-{FAA94692-B2B6-CB70-82EA-826AE22C881A}" dt="2023-10-31T13:52:04.551" v="55" actId="20577"/>
          <ac:spMkLst>
            <pc:docMk/>
            <pc:sldMk cId="4153839566" sldId="608"/>
            <ac:spMk id="2" creationId="{E401CF50-7ED4-E6A1-4F40-048F35EC4155}"/>
          </ac:spMkLst>
        </pc:spChg>
      </pc:sldChg>
      <pc:sldChg chg="modSp">
        <pc:chgData name="Rahul Suresh Deshbhratar" userId="S::rahul.deshbhratar@bostoninstituteofanalytics.org::cd971814-19eb-449f-b661-8cc665f4aa4d" providerId="AD" clId="Web-{FAA94692-B2B6-CB70-82EA-826AE22C881A}" dt="2023-10-31T13:57:39.952" v="74" actId="20577"/>
        <pc:sldMkLst>
          <pc:docMk/>
          <pc:sldMk cId="3011757735" sldId="609"/>
        </pc:sldMkLst>
        <pc:spChg chg="mod">
          <ac:chgData name="Rahul Suresh Deshbhratar" userId="S::rahul.deshbhratar@bostoninstituteofanalytics.org::cd971814-19eb-449f-b661-8cc665f4aa4d" providerId="AD" clId="Web-{FAA94692-B2B6-CB70-82EA-826AE22C881A}" dt="2023-10-31T13:57:39.952" v="74" actId="20577"/>
          <ac:spMkLst>
            <pc:docMk/>
            <pc:sldMk cId="3011757735" sldId="609"/>
            <ac:spMk id="2" creationId="{E401CF50-7ED4-E6A1-4F40-048F35EC4155}"/>
          </ac:spMkLst>
        </pc:spChg>
      </pc:sldChg>
      <pc:sldChg chg="modSp">
        <pc:chgData name="Rahul Suresh Deshbhratar" userId="S::rahul.deshbhratar@bostoninstituteofanalytics.org::cd971814-19eb-449f-b661-8cc665f4aa4d" providerId="AD" clId="Web-{FAA94692-B2B6-CB70-82EA-826AE22C881A}" dt="2023-10-31T13:55:33.401" v="66" actId="20577"/>
        <pc:sldMkLst>
          <pc:docMk/>
          <pc:sldMk cId="1085873787" sldId="612"/>
        </pc:sldMkLst>
        <pc:spChg chg="mod">
          <ac:chgData name="Rahul Suresh Deshbhratar" userId="S::rahul.deshbhratar@bostoninstituteofanalytics.org::cd971814-19eb-449f-b661-8cc665f4aa4d" providerId="AD" clId="Web-{FAA94692-B2B6-CB70-82EA-826AE22C881A}" dt="2023-10-31T13:55:33.401" v="66" actId="20577"/>
          <ac:spMkLst>
            <pc:docMk/>
            <pc:sldMk cId="1085873787" sldId="612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A4D6468-B779-F666-AFF6-958DB5D88AC8}"/>
    <pc:docChg chg="addSld modSld">
      <pc:chgData name="Suraj Chopade" userId="S::suraj.chopade@bostoninstituteofanalytics.org::dcc44ee8-6a65-4538-a5e1-c87e14ca7a61" providerId="AD" clId="Web-{7A4D6468-B779-F666-AFF6-958DB5D88AC8}" dt="2023-10-13T06:03:45.748" v="253" actId="1076"/>
      <pc:docMkLst>
        <pc:docMk/>
      </pc:docMkLst>
      <pc:sldChg chg="addSp modSp">
        <pc:chgData name="Suraj Chopade" userId="S::suraj.chopade@bostoninstituteofanalytics.org::dcc44ee8-6a65-4538-a5e1-c87e14ca7a61" providerId="AD" clId="Web-{7A4D6468-B779-F666-AFF6-958DB5D88AC8}" dt="2023-10-13T05:32:16.154" v="10" actId="1076"/>
        <pc:sldMkLst>
          <pc:docMk/>
          <pc:sldMk cId="778114113" sldId="560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32:16.154" v="1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1:30.318" v="58" actId="1076"/>
        <pc:sldMkLst>
          <pc:docMk/>
          <pc:sldMk cId="1269877520" sldId="583"/>
        </pc:sldMkLst>
        <pc:spChg chg="mod">
          <ac:chgData name="Suraj Chopade" userId="S::suraj.chopade@bostoninstituteofanalytics.org::dcc44ee8-6a65-4538-a5e1-c87e14ca7a61" providerId="AD" clId="Web-{7A4D6468-B779-F666-AFF6-958DB5D88AC8}" dt="2023-10-13T05:41:30.318" v="58" actId="1076"/>
          <ac:spMkLst>
            <pc:docMk/>
            <pc:sldMk cId="1269877520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0:03.689" v="25" actId="1076"/>
          <ac:spMkLst>
            <pc:docMk/>
            <pc:sldMk cId="1269877520" sldId="58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5:09.905" v="89" actId="1076"/>
        <pc:sldMkLst>
          <pc:docMk/>
          <pc:sldMk cId="792537193" sldId="584"/>
        </pc:sldMkLst>
        <pc:spChg chg="mod">
          <ac:chgData name="Suraj Chopade" userId="S::suraj.chopade@bostoninstituteofanalytics.org::dcc44ee8-6a65-4538-a5e1-c87e14ca7a61" providerId="AD" clId="Web-{7A4D6468-B779-F666-AFF6-958DB5D88AC8}" dt="2023-10-13T05:45:09.905" v="89" actId="1076"/>
          <ac:spMkLst>
            <pc:docMk/>
            <pc:sldMk cId="792537193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3:05.978" v="64" actId="1076"/>
          <ac:spMkLst>
            <pc:docMk/>
            <pc:sldMk cId="792537193" sldId="584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5:49:47.307" v="121" actId="14100"/>
        <pc:sldMkLst>
          <pc:docMk/>
          <pc:sldMk cId="148589471" sldId="585"/>
        </pc:sldMkLst>
        <pc:spChg chg="mod">
          <ac:chgData name="Suraj Chopade" userId="S::suraj.chopade@bostoninstituteofanalytics.org::dcc44ee8-6a65-4538-a5e1-c87e14ca7a61" providerId="AD" clId="Web-{7A4D6468-B779-F666-AFF6-958DB5D88AC8}" dt="2023-10-13T05:49:38.525" v="119" actId="14100"/>
          <ac:spMkLst>
            <pc:docMk/>
            <pc:sldMk cId="148589471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5:51.125" v="95" actId="1076"/>
          <ac:spMkLst>
            <pc:docMk/>
            <pc:sldMk cId="148589471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5:49:47.307" v="121" actId="14100"/>
          <ac:picMkLst>
            <pc:docMk/>
            <pc:sldMk cId="148589471" sldId="585"/>
            <ac:picMk id="3" creationId="{7F792854-7C8B-30BC-C1F6-29ED913E444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6:18.042" v="162" actId="14100"/>
        <pc:sldMkLst>
          <pc:docMk/>
          <pc:sldMk cId="1760605959" sldId="586"/>
        </pc:sldMkLst>
        <pc:spChg chg="mod">
          <ac:chgData name="Suraj Chopade" userId="S::suraj.chopade@bostoninstituteofanalytics.org::dcc44ee8-6a65-4538-a5e1-c87e14ca7a61" providerId="AD" clId="Web-{7A4D6468-B779-F666-AFF6-958DB5D88AC8}" dt="2023-10-13T05:56:18.042" v="162" actId="14100"/>
          <ac:spMkLst>
            <pc:docMk/>
            <pc:sldMk cId="1760605959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52:29.376" v="129" actId="1076"/>
          <ac:spMkLst>
            <pc:docMk/>
            <pc:sldMk cId="1760605959" sldId="58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3:00.159" v="130"/>
          <ac:picMkLst>
            <pc:docMk/>
            <pc:sldMk cId="1760605959" sldId="586"/>
            <ac:picMk id="3" creationId="{7F792854-7C8B-30BC-C1F6-29ED913E444D}"/>
          </ac:picMkLst>
        </pc:picChg>
        <pc:picChg chg="add del mod">
          <ac:chgData name="Suraj Chopade" userId="S::suraj.chopade@bostoninstituteofanalytics.org::dcc44ee8-6a65-4538-a5e1-c87e14ca7a61" providerId="AD" clId="Web-{7A4D6468-B779-F666-AFF6-958DB5D88AC8}" dt="2023-10-13T05:56:05.088" v="151"/>
          <ac:picMkLst>
            <pc:docMk/>
            <pc:sldMk cId="1760605959" sldId="586"/>
            <ac:picMk id="4" creationId="{C8B55B32-6015-9DBA-EA54-362A490DF0E5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5:56:34.824" v="167"/>
        <pc:sldMkLst>
          <pc:docMk/>
          <pc:sldMk cId="2769045237" sldId="587"/>
        </pc:sldMkLst>
        <pc:spChg chg="del">
          <ac:chgData name="Suraj Chopade" userId="S::suraj.chopade@bostoninstituteofanalytics.org::dcc44ee8-6a65-4538-a5e1-c87e14ca7a61" providerId="AD" clId="Web-{7A4D6468-B779-F666-AFF6-958DB5D88AC8}" dt="2023-10-13T05:56:22.667" v="163"/>
          <ac:spMkLst>
            <pc:docMk/>
            <pc:sldMk cId="2769045237" sldId="587"/>
            <ac:spMk id="2" creationId="{E401CF50-7ED4-E6A1-4F40-048F35EC4155}"/>
          </ac:spMkLst>
        </pc:spChg>
        <pc:picChg chg="mod">
          <ac:chgData name="Suraj Chopade" userId="S::suraj.chopade@bostoninstituteofanalytics.org::dcc44ee8-6a65-4538-a5e1-c87e14ca7a61" providerId="AD" clId="Web-{7A4D6468-B779-F666-AFF6-958DB5D88AC8}" dt="2023-10-13T05:56:30.996" v="166" actId="1076"/>
          <ac:picMkLst>
            <pc:docMk/>
            <pc:sldMk cId="2769045237" sldId="587"/>
            <ac:picMk id="4" creationId="{C8B55B32-6015-9DBA-EA54-362A490DF0E5}"/>
          </ac:picMkLst>
        </pc:picChg>
        <pc:picChg chg="ord">
          <ac:chgData name="Suraj Chopade" userId="S::suraj.chopade@bostoninstituteofanalytics.org::dcc44ee8-6a65-4538-a5e1-c87e14ca7a61" providerId="AD" clId="Web-{7A4D6468-B779-F666-AFF6-958DB5D88AC8}" dt="2023-10-13T05:56:34.824" v="167"/>
          <ac:picMkLst>
            <pc:docMk/>
            <pc:sldMk cId="2769045237" sldId="587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8:16.047" v="201" actId="20577"/>
        <pc:sldMkLst>
          <pc:docMk/>
          <pc:sldMk cId="3237133448" sldId="588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58:16.047" v="201" actId="20577"/>
          <ac:spMkLst>
            <pc:docMk/>
            <pc:sldMk cId="3237133448" sldId="588"/>
            <ac:spMk id="2" creationId="{11ED0A47-EC7E-9AD2-4E43-64F3552C8CF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7:15.122" v="169"/>
          <ac:picMkLst>
            <pc:docMk/>
            <pc:sldMk cId="3237133448" sldId="588"/>
            <ac:picMk id="4" creationId="{C8B55B32-6015-9DBA-EA54-362A490DF0E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6:01:02.944" v="243" actId="14100"/>
        <pc:sldMkLst>
          <pc:docMk/>
          <pc:sldMk cId="2106098010" sldId="589"/>
        </pc:sldMkLst>
        <pc:spChg chg="mod">
          <ac:chgData name="Suraj Chopade" userId="S::suraj.chopade@bostoninstituteofanalytics.org::dcc44ee8-6a65-4538-a5e1-c87e14ca7a61" providerId="AD" clId="Web-{7A4D6468-B779-F666-AFF6-958DB5D88AC8}" dt="2023-10-13T06:00:50.163" v="240" actId="1076"/>
          <ac:spMkLst>
            <pc:docMk/>
            <pc:sldMk cId="2106098010" sldId="589"/>
            <ac:spMk id="2" creationId="{11ED0A47-EC7E-9AD2-4E43-64F3552C8CF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6:00:59.179" v="242" actId="14100"/>
          <ac:picMkLst>
            <pc:docMk/>
            <pc:sldMk cId="2106098010" sldId="589"/>
            <ac:picMk id="3" creationId="{511A90C0-5BCA-5345-8C05-97B56463ACA1}"/>
          </ac:picMkLst>
        </pc:picChg>
        <pc:picChg chg="add mod">
          <ac:chgData name="Suraj Chopade" userId="S::suraj.chopade@bostoninstituteofanalytics.org::dcc44ee8-6a65-4538-a5e1-c87e14ca7a61" providerId="AD" clId="Web-{7A4D6468-B779-F666-AFF6-958DB5D88AC8}" dt="2023-10-13T06:01:02.944" v="243" actId="14100"/>
          <ac:picMkLst>
            <pc:docMk/>
            <pc:sldMk cId="2106098010" sldId="589"/>
            <ac:picMk id="4" creationId="{5E85DE29-8B87-0F42-12DD-292DE430DD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6:03:45.748" v="253" actId="1076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7A4D6468-B779-F666-AFF6-958DB5D88AC8}" dt="2023-10-13T06:03:45.748" v="253" actId="1076"/>
          <ac:spMkLst>
            <pc:docMk/>
            <pc:sldMk cId="3666249699" sldId="59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6:03:39.420" v="252"/>
          <ac:picMkLst>
            <pc:docMk/>
            <pc:sldMk cId="3666249699" sldId="590"/>
            <ac:picMk id="3" creationId="{511A90C0-5BCA-5345-8C05-97B56463ACA1}"/>
          </ac:picMkLst>
        </pc:picChg>
        <pc:picChg chg="del">
          <ac:chgData name="Suraj Chopade" userId="S::suraj.chopade@bostoninstituteofanalytics.org::dcc44ee8-6a65-4538-a5e1-c87e14ca7a61" providerId="AD" clId="Web-{7A4D6468-B779-F666-AFF6-958DB5D88AC8}" dt="2023-10-13T06:03:39.420" v="251"/>
          <ac:picMkLst>
            <pc:docMk/>
            <pc:sldMk cId="3666249699" sldId="590"/>
            <ac:picMk id="4" creationId="{5E85DE29-8B87-0F42-12DD-292DE430DD2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3E979EE6-72FE-5E83-CDA0-0BCA82E6967A}"/>
    <pc:docChg chg="addSld delSld modSld sldOrd">
      <pc:chgData name="Suraj Chopade" userId="S::suraj.chopade@bostoninstituteofanalytics.org::dcc44ee8-6a65-4538-a5e1-c87e14ca7a61" providerId="AD" clId="Web-{3E979EE6-72FE-5E83-CDA0-0BCA82E6967A}" dt="2023-10-13T13:27:47.043" v="502" actId="1076"/>
      <pc:docMkLst>
        <pc:docMk/>
      </pc:docMkLst>
      <pc:sldChg chg="modSp">
        <pc:chgData name="Suraj Chopade" userId="S::suraj.chopade@bostoninstituteofanalytics.org::dcc44ee8-6a65-4538-a5e1-c87e14ca7a61" providerId="AD" clId="Web-{3E979EE6-72FE-5E83-CDA0-0BCA82E6967A}" dt="2023-10-13T12:57:34.537" v="26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3E979EE6-72FE-5E83-CDA0-0BCA82E6967A}" dt="2023-10-13T12:57:34.537" v="26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1:59:40.182" v="0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2:08:42.959" v="58" actId="1076"/>
        <pc:sldMkLst>
          <pc:docMk/>
          <pc:sldMk cId="1693555998" sldId="581"/>
        </pc:sldMkLst>
        <pc:spChg chg="mod">
          <ac:chgData name="Suraj Chopade" userId="S::suraj.chopade@bostoninstituteofanalytics.org::dcc44ee8-6a65-4538-a5e1-c87e14ca7a61" providerId="AD" clId="Web-{3E979EE6-72FE-5E83-CDA0-0BCA82E6967A}" dt="2023-10-13T12:08:37.506" v="55" actId="20577"/>
          <ac:spMkLst>
            <pc:docMk/>
            <pc:sldMk cId="1693555998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01:13.371" v="20" actId="1076"/>
          <ac:spMkLst>
            <pc:docMk/>
            <pc:sldMk cId="1693555998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E979EE6-72FE-5E83-CDA0-0BCA82E6967A}" dt="2023-10-13T12:08:21.099" v="48"/>
          <ac:picMkLst>
            <pc:docMk/>
            <pc:sldMk cId="1693555998" sldId="581"/>
            <ac:picMk id="3" creationId="{81F7A2BA-7E1B-CC84-F9C1-C5E1291E8F68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08:42.959" v="58" actId="1076"/>
          <ac:picMkLst>
            <pc:docMk/>
            <pc:sldMk cId="1693555998" sldId="581"/>
            <ac:picMk id="4" creationId="{97CE8F69-05B7-3D2C-4192-D06D74955EE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09:32.804" v="71" actId="1076"/>
        <pc:sldMkLst>
          <pc:docMk/>
          <pc:sldMk cId="223515885" sldId="582"/>
        </pc:sldMkLst>
        <pc:spChg chg="mod">
          <ac:chgData name="Suraj Chopade" userId="S::suraj.chopade@bostoninstituteofanalytics.org::dcc44ee8-6a65-4538-a5e1-c87e14ca7a61" providerId="AD" clId="Web-{3E979EE6-72FE-5E83-CDA0-0BCA82E6967A}" dt="2023-10-13T12:09:32.804" v="71" actId="1076"/>
          <ac:spMkLst>
            <pc:docMk/>
            <pc:sldMk cId="223515885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08:47.943" v="60"/>
          <ac:picMkLst>
            <pc:docMk/>
            <pc:sldMk cId="223515885" sldId="582"/>
            <ac:picMk id="4" creationId="{97CE8F69-05B7-3D2C-4192-D06D74955EEA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3E979EE6-72FE-5E83-CDA0-0BCA82E6967A}" dt="2023-10-13T12:14:50.404" v="105" actId="14100"/>
        <pc:sldMkLst>
          <pc:docMk/>
          <pc:sldMk cId="4225174065" sldId="583"/>
        </pc:sldMkLst>
        <pc:spChg chg="mod">
          <ac:chgData name="Suraj Chopade" userId="S::suraj.chopade@bostoninstituteofanalytics.org::dcc44ee8-6a65-4538-a5e1-c87e14ca7a61" providerId="AD" clId="Web-{3E979EE6-72FE-5E83-CDA0-0BCA82E6967A}" dt="2023-10-13T12:14:25.701" v="101" actId="1076"/>
          <ac:spMkLst>
            <pc:docMk/>
            <pc:sldMk cId="4225174065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4:03.778" v="94" actId="20577"/>
          <ac:spMkLst>
            <pc:docMk/>
            <pc:sldMk cId="4225174065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14:50.404" v="105" actId="14100"/>
          <ac:picMkLst>
            <pc:docMk/>
            <pc:sldMk cId="4225174065" sldId="583"/>
            <ac:picMk id="3" creationId="{859F936D-35A7-99EE-54AA-048CDB32E5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15:51.453" v="128" actId="1076"/>
        <pc:sldMkLst>
          <pc:docMk/>
          <pc:sldMk cId="25968177" sldId="584"/>
        </pc:sldMkLst>
        <pc:spChg chg="mod">
          <ac:chgData name="Suraj Chopade" userId="S::suraj.chopade@bostoninstituteofanalytics.org::dcc44ee8-6a65-4538-a5e1-c87e14ca7a61" providerId="AD" clId="Web-{3E979EE6-72FE-5E83-CDA0-0BCA82E6967A}" dt="2023-10-13T12:15:51.453" v="128" actId="1076"/>
          <ac:spMkLst>
            <pc:docMk/>
            <pc:sldMk cId="25968177" sldId="584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15:06.045" v="107"/>
          <ac:picMkLst>
            <pc:docMk/>
            <pc:sldMk cId="25968177" sldId="584"/>
            <ac:picMk id="3" creationId="{859F936D-35A7-99EE-54AA-048CDB32E52C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3E979EE6-72FE-5E83-CDA0-0BCA82E6967A}" dt="2023-10-13T12:55:03.940" v="249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3E979EE6-72FE-5E83-CDA0-0BCA82E6967A}" dt="2023-10-13T12:19:54.380" v="160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6:57.173" v="134" actId="1076"/>
          <ac:spMkLst>
            <pc:docMk/>
            <pc:sldMk cId="503230349" sldId="585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28:01.609" v="175" actId="1076"/>
          <ac:picMkLst>
            <pc:docMk/>
            <pc:sldMk cId="503230349" sldId="585"/>
            <ac:picMk id="3" creationId="{CDA146CF-9354-D0E5-4CDE-78FF6752D685}"/>
          </ac:picMkLst>
        </pc:picChg>
        <pc:picChg chg="add mod modCrop">
          <ac:chgData name="Suraj Chopade" userId="S::suraj.chopade@bostoninstituteofanalytics.org::dcc44ee8-6a65-4538-a5e1-c87e14ca7a61" providerId="AD" clId="Web-{3E979EE6-72FE-5E83-CDA0-0BCA82E6967A}" dt="2023-10-13T12:28:08.797" v="176" actId="1076"/>
          <ac:picMkLst>
            <pc:docMk/>
            <pc:sldMk cId="503230349" sldId="585"/>
            <ac:picMk id="4" creationId="{896EAF03-C85A-283E-1962-90A1D6124CF1}"/>
          </ac:picMkLst>
        </pc:picChg>
        <pc:cxnChg chg="add mod">
          <ac:chgData name="Suraj Chopade" userId="S::suraj.chopade@bostoninstituteofanalytics.org::dcc44ee8-6a65-4538-a5e1-c87e14ca7a61" providerId="AD" clId="Web-{3E979EE6-72FE-5E83-CDA0-0BCA82E6967A}" dt="2023-10-13T12:28:48.016" v="182" actId="14100"/>
          <ac:cxnSpMkLst>
            <pc:docMk/>
            <pc:sldMk cId="503230349" sldId="585"/>
            <ac:cxnSpMk id="5" creationId="{548717EE-B7B0-77D2-1907-6C79F0F9CFD7}"/>
          </ac:cxnSpMkLst>
        </pc:cxnChg>
        <pc:cxnChg chg="add mod">
          <ac:chgData name="Suraj Chopade" userId="S::suraj.chopade@bostoninstituteofanalytics.org::dcc44ee8-6a65-4538-a5e1-c87e14ca7a61" providerId="AD" clId="Web-{3E979EE6-72FE-5E83-CDA0-0BCA82E6967A}" dt="2023-10-13T12:28:58.751" v="186" actId="14100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addSp delSp modSp add ord replId">
        <pc:chgData name="Suraj Chopade" userId="S::suraj.chopade@bostoninstituteofanalytics.org::dcc44ee8-6a65-4538-a5e1-c87e14ca7a61" providerId="AD" clId="Web-{3E979EE6-72FE-5E83-CDA0-0BCA82E6967A}" dt="2023-10-13T12:55:03.940" v="248"/>
        <pc:sldMkLst>
          <pc:docMk/>
          <pc:sldMk cId="799560424" sldId="586"/>
        </pc:sldMkLst>
        <pc:spChg chg="del mod">
          <ac:chgData name="Suraj Chopade" userId="S::suraj.chopade@bostoninstituteofanalytics.org::dcc44ee8-6a65-4538-a5e1-c87e14ca7a61" providerId="AD" clId="Web-{3E979EE6-72FE-5E83-CDA0-0BCA82E6967A}" dt="2023-10-13T12:41:42.126" v="196"/>
          <ac:spMkLst>
            <pc:docMk/>
            <pc:sldMk cId="799560424" sldId="586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36:21.026" v="189"/>
          <ac:picMkLst>
            <pc:docMk/>
            <pc:sldMk cId="799560424" sldId="586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2:36:21.026" v="188"/>
          <ac:picMkLst>
            <pc:docMk/>
            <pc:sldMk cId="799560424" sldId="586"/>
            <ac:picMk id="4" creationId="{896EAF03-C85A-283E-1962-90A1D6124CF1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45:41.882" v="204" actId="1076"/>
          <ac:picMkLst>
            <pc:docMk/>
            <pc:sldMk cId="799560424" sldId="586"/>
            <ac:picMk id="7" creationId="{A40F576B-D60E-21D5-994C-7CD6431B7F7C}"/>
          </ac:picMkLst>
        </pc:picChg>
        <pc:cxnChg chg="del">
          <ac:chgData name="Suraj Chopade" userId="S::suraj.chopade@bostoninstituteofanalytics.org::dcc44ee8-6a65-4538-a5e1-c87e14ca7a61" providerId="AD" clId="Web-{3E979EE6-72FE-5E83-CDA0-0BCA82E6967A}" dt="2023-10-13T12:36:25.167" v="191"/>
          <ac:cxnSpMkLst>
            <pc:docMk/>
            <pc:sldMk cId="799560424" sldId="586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3E979EE6-72FE-5E83-CDA0-0BCA82E6967A}" dt="2023-10-13T12:36:25.167" v="190"/>
          <ac:cxnSpMkLst>
            <pc:docMk/>
            <pc:sldMk cId="799560424" sldId="586"/>
            <ac:cxnSpMk id="6" creationId="{AD4196AD-F7EF-4EFC-CD6A-23C9F1E13C0B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3E979EE6-72FE-5E83-CDA0-0BCA82E6967A}" dt="2023-10-13T12:55:25.988" v="250"/>
        <pc:sldMkLst>
          <pc:docMk/>
          <pc:sldMk cId="133160528" sldId="587"/>
        </pc:sldMkLst>
        <pc:spChg chg="mod">
          <ac:chgData name="Suraj Chopade" userId="S::suraj.chopade@bostoninstituteofanalytics.org::dcc44ee8-6a65-4538-a5e1-c87e14ca7a61" providerId="AD" clId="Web-{3E979EE6-72FE-5E83-CDA0-0BCA82E6967A}" dt="2023-10-13T12:50:31.903" v="218" actId="20577"/>
          <ac:spMkLst>
            <pc:docMk/>
            <pc:sldMk cId="133160528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0:11.606" v="211" actId="1076"/>
          <ac:spMkLst>
            <pc:docMk/>
            <pc:sldMk cId="133160528" sldId="58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2:04.168" v="306" actId="20577"/>
        <pc:sldMkLst>
          <pc:docMk/>
          <pc:sldMk cId="20567187" sldId="588"/>
        </pc:sldMkLst>
        <pc:spChg chg="mod">
          <ac:chgData name="Suraj Chopade" userId="S::suraj.chopade@bostoninstituteofanalytics.org::dcc44ee8-6a65-4538-a5e1-c87e14ca7a61" providerId="AD" clId="Web-{3E979EE6-72FE-5E83-CDA0-0BCA82E6967A}" dt="2023-10-13T13:02:04.168" v="306" actId="20577"/>
          <ac:spMkLst>
            <pc:docMk/>
            <pc:sldMk cId="205671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1:43.702" v="225" actId="1076"/>
          <ac:spMkLst>
            <pc:docMk/>
            <pc:sldMk cId="20567187" sldId="58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49:53.356" v="206"/>
        <pc:sldMkLst>
          <pc:docMk/>
          <pc:sldMk cId="2580832320" sldId="588"/>
        </pc:sldMkLst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54:53.097" v="247"/>
        <pc:sldMkLst>
          <pc:docMk/>
          <pc:sldMk cId="1167966899" sldId="589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2:59:11.696" v="275" actId="1076"/>
        <pc:sldMkLst>
          <pc:docMk/>
          <pc:sldMk cId="1296771074" sldId="589"/>
        </pc:sldMkLst>
        <pc:spChg chg="mod">
          <ac:chgData name="Suraj Chopade" userId="S::suraj.chopade@bostoninstituteofanalytics.org::dcc44ee8-6a65-4538-a5e1-c87e14ca7a61" providerId="AD" clId="Web-{3E979EE6-72FE-5E83-CDA0-0BCA82E6967A}" dt="2023-10-13T12:59:11.696" v="275" actId="1076"/>
          <ac:spMkLst>
            <pc:docMk/>
            <pc:sldMk cId="1296771074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8:51.117" v="265" actId="1076"/>
          <ac:spMkLst>
            <pc:docMk/>
            <pc:sldMk cId="1296771074" sldId="58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2:40.200" v="313" actId="1076"/>
        <pc:sldMkLst>
          <pc:docMk/>
          <pc:sldMk cId="3933435330" sldId="590"/>
        </pc:sldMkLst>
        <pc:spChg chg="del">
          <ac:chgData name="Suraj Chopade" userId="S::suraj.chopade@bostoninstituteofanalytics.org::dcc44ee8-6a65-4538-a5e1-c87e14ca7a61" providerId="AD" clId="Web-{3E979EE6-72FE-5E83-CDA0-0BCA82E6967A}" dt="2023-10-13T13:02:12.527" v="307"/>
          <ac:spMkLst>
            <pc:docMk/>
            <pc:sldMk cId="3933435330" sldId="590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02:40.200" v="313" actId="1076"/>
          <ac:picMkLst>
            <pc:docMk/>
            <pc:sldMk cId="3933435330" sldId="590"/>
            <ac:picMk id="3" creationId="{3435F206-D238-6D77-239A-91BC5D51309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5:18.766" v="340" actId="1076"/>
        <pc:sldMkLst>
          <pc:docMk/>
          <pc:sldMk cId="2241783718" sldId="591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05:18.766" v="340" actId="1076"/>
          <ac:spMkLst>
            <pc:docMk/>
            <pc:sldMk cId="2241783718" sldId="591"/>
            <ac:spMk id="2" creationId="{BDF04A46-F335-DB66-76CE-DF6AD011AFC1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04:11.499" v="319" actId="1076"/>
          <ac:spMkLst>
            <pc:docMk/>
            <pc:sldMk cId="2241783718" sldId="59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04:25.983" v="320"/>
          <ac:picMkLst>
            <pc:docMk/>
            <pc:sldMk cId="2241783718" sldId="591"/>
            <ac:picMk id="3" creationId="{3435F206-D238-6D77-239A-91BC5D513094}"/>
          </ac:picMkLst>
        </pc:pic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6:45.408" v="384" actId="1076"/>
        <pc:sldMkLst>
          <pc:docMk/>
          <pc:sldMk cId="2609897129" sldId="592"/>
        </pc:sldMkLst>
        <pc:spChg chg="mod">
          <ac:chgData name="Suraj Chopade" userId="S::suraj.chopade@bostoninstituteofanalytics.org::dcc44ee8-6a65-4538-a5e1-c87e14ca7a61" providerId="AD" clId="Web-{3E979EE6-72FE-5E83-CDA0-0BCA82E6967A}" dt="2023-10-13T13:06:45.408" v="384" actId="1076"/>
          <ac:spMkLst>
            <pc:docMk/>
            <pc:sldMk cId="2609897129" sldId="592"/>
            <ac:spMk id="2" creationId="{BDF04A46-F335-DB66-76CE-DF6AD011AFC1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10:13.303" v="392"/>
        <pc:sldMkLst>
          <pc:docMk/>
          <pc:sldMk cId="798448714" sldId="593"/>
        </pc:sldMkLst>
        <pc:spChg chg="del">
          <ac:chgData name="Suraj Chopade" userId="S::suraj.chopade@bostoninstituteofanalytics.org::dcc44ee8-6a65-4538-a5e1-c87e14ca7a61" providerId="AD" clId="Web-{3E979EE6-72FE-5E83-CDA0-0BCA82E6967A}" dt="2023-10-13T13:09:33.740" v="386"/>
          <ac:spMkLst>
            <pc:docMk/>
            <pc:sldMk cId="798448714" sldId="593"/>
            <ac:spMk id="2" creationId="{BDF04A46-F335-DB66-76CE-DF6AD011AFC1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10:08.834" v="391" actId="1076"/>
          <ac:picMkLst>
            <pc:docMk/>
            <pc:sldMk cId="798448714" sldId="593"/>
            <ac:picMk id="3" creationId="{D3E6E660-A4F3-D609-CFF5-FF7A9E95929D}"/>
          </ac:picMkLst>
        </pc:picChg>
        <pc:picChg chg="ord">
          <ac:chgData name="Suraj Chopade" userId="S::suraj.chopade@bostoninstituteofanalytics.org::dcc44ee8-6a65-4538-a5e1-c87e14ca7a61" providerId="AD" clId="Web-{3E979EE6-72FE-5E83-CDA0-0BCA82E6967A}" dt="2023-10-13T13:10:13.303" v="392"/>
          <ac:picMkLst>
            <pc:docMk/>
            <pc:sldMk cId="798448714" sldId="59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1:43.458" v="446" actId="1076"/>
        <pc:sldMkLst>
          <pc:docMk/>
          <pc:sldMk cId="1865462247" sldId="594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0:58.379" v="424" actId="1076"/>
          <ac:spMkLst>
            <pc:docMk/>
            <pc:sldMk cId="1865462247" sldId="594"/>
            <ac:spMk id="5" creationId="{7E107DCB-33D7-A78A-A23E-18544A359CC5}"/>
          </ac:spMkLst>
        </pc:spChg>
        <pc:spChg chg="add mod">
          <ac:chgData name="Suraj Chopade" userId="S::suraj.chopade@bostoninstituteofanalytics.org::dcc44ee8-6a65-4538-a5e1-c87e14ca7a61" providerId="AD" clId="Web-{3E979EE6-72FE-5E83-CDA0-0BCA82E6967A}" dt="2023-10-13T13:21:43.458" v="446" actId="1076"/>
          <ac:spMkLst>
            <pc:docMk/>
            <pc:sldMk cId="1865462247" sldId="594"/>
            <ac:spMk id="6" creationId="{0801D63B-FE07-13C6-B41A-10653E0045ED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21:02.519" v="425" actId="1076"/>
          <ac:picMkLst>
            <pc:docMk/>
            <pc:sldMk cId="1865462247" sldId="594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19:33.736" v="394"/>
          <ac:picMkLst>
            <pc:docMk/>
            <pc:sldMk cId="1865462247" sldId="594"/>
            <ac:picMk id="3" creationId="{D3E6E660-A4F3-D609-CFF5-FF7A9E95929D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3:20:44.222" v="420" actId="1076"/>
          <ac:picMkLst>
            <pc:docMk/>
            <pc:sldMk cId="1865462247" sldId="594"/>
            <ac:picMk id="4" creationId="{55752DB7-3734-9EBC-067E-42914314E71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3:44.210" v="469" actId="1076"/>
        <pc:sldMkLst>
          <pc:docMk/>
          <pc:sldMk cId="10830205" sldId="595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3:44.210" v="469" actId="1076"/>
          <ac:spMkLst>
            <pc:docMk/>
            <pc:sldMk cId="10830205" sldId="595"/>
            <ac:spMk id="3" creationId="{167BA64A-39CB-F2E7-1606-A25055FEDF1E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4"/>
          <ac:spMkLst>
            <pc:docMk/>
            <pc:sldMk cId="10830205" sldId="595"/>
            <ac:spMk id="5" creationId="{7E107DCB-33D7-A78A-A23E-18544A359CC5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3"/>
          <ac:spMkLst>
            <pc:docMk/>
            <pc:sldMk cId="10830205" sldId="595"/>
            <ac:spMk id="6" creationId="{0801D63B-FE07-13C6-B41A-10653E0045ED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2:59.787" v="452" actId="1076"/>
          <ac:spMkLst>
            <pc:docMk/>
            <pc:sldMk cId="10830205" sldId="59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23:06.147" v="456"/>
          <ac:picMkLst>
            <pc:docMk/>
            <pc:sldMk cId="10830205" sldId="595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23:06.147" v="455"/>
          <ac:picMkLst>
            <pc:docMk/>
            <pc:sldMk cId="10830205" sldId="595"/>
            <ac:picMk id="4" creationId="{55752DB7-3734-9EBC-067E-42914314E71A}"/>
          </ac:picMkLst>
        </pc:pic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3:19:38.315" v="396"/>
        <pc:sldMkLst>
          <pc:docMk/>
          <pc:sldMk cId="2769011751" sldId="595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27:47.043" v="502" actId="1076"/>
        <pc:sldMkLst>
          <pc:docMk/>
          <pc:sldMk cId="2179001411" sldId="596"/>
        </pc:sldMkLst>
        <pc:spChg chg="mod">
          <ac:chgData name="Suraj Chopade" userId="S::suraj.chopade@bostoninstituteofanalytics.org::dcc44ee8-6a65-4538-a5e1-c87e14ca7a61" providerId="AD" clId="Web-{3E979EE6-72FE-5E83-CDA0-0BCA82E6967A}" dt="2023-10-13T13:27:47.043" v="502" actId="1076"/>
          <ac:spMkLst>
            <pc:docMk/>
            <pc:sldMk cId="2179001411" sldId="596"/>
            <ac:spMk id="3" creationId="{167BA64A-39CB-F2E7-1606-A25055FEDF1E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6:25.276" v="475" actId="1076"/>
          <ac:spMkLst>
            <pc:docMk/>
            <pc:sldMk cId="2179001411" sldId="59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Rahul Suresh Deshbhratar" userId="S::rahul.deshbhratar@bostoninstituteofanalytics.org::cd971814-19eb-449f-b661-8cc665f4aa4d" providerId="AD" clId="Web-{7436A8FE-DB64-2097-45B9-2A7F31AD1B58}"/>
    <pc:docChg chg="addSld delSld modSld">
      <pc:chgData name="Rahul Suresh Deshbhratar" userId="S::rahul.deshbhratar@bostoninstituteofanalytics.org::cd971814-19eb-449f-b661-8cc665f4aa4d" providerId="AD" clId="Web-{7436A8FE-DB64-2097-45B9-2A7F31AD1B58}" dt="2023-10-30T12:15:41.767" v="770"/>
      <pc:docMkLst>
        <pc:docMk/>
      </pc:docMkLst>
      <pc:sldChg chg="addSp delSp modSp">
        <pc:chgData name="Rahul Suresh Deshbhratar" userId="S::rahul.deshbhratar@bostoninstituteofanalytics.org::cd971814-19eb-449f-b661-8cc665f4aa4d" providerId="AD" clId="Web-{7436A8FE-DB64-2097-45B9-2A7F31AD1B58}" dt="2023-10-30T07:23:44.284" v="50" actId="20577"/>
        <pc:sldMkLst>
          <pc:docMk/>
          <pc:sldMk cId="778114113" sldId="560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07:23:44.284" v="5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07:20:26.684" v="16" actId="14100"/>
          <ac:spMkLst>
            <pc:docMk/>
            <pc:sldMk cId="778114113" sldId="560"/>
            <ac:spMk id="9" creationId="{2FDADD92-4E39-7713-520E-D88B1D53A255}"/>
          </ac:spMkLst>
        </pc:spChg>
        <pc:graphicFrameChg chg="add del mod">
          <ac:chgData name="Rahul Suresh Deshbhratar" userId="S::rahul.deshbhratar@bostoninstituteofanalytics.org::cd971814-19eb-449f-b661-8cc665f4aa4d" providerId="AD" clId="Web-{7436A8FE-DB64-2097-45B9-2A7F31AD1B58}" dt="2023-10-30T07:20:09.105" v="2"/>
          <ac:graphicFrameMkLst>
            <pc:docMk/>
            <pc:sldMk cId="778114113" sldId="560"/>
            <ac:graphicFrameMk id="4" creationId="{ACF80B92-50B1-63B1-1489-694372383FDA}"/>
          </ac:graphicFrameMkLst>
        </pc:graphicFrameChg>
        <pc:graphicFrameChg chg="add del mod">
          <ac:chgData name="Rahul Suresh Deshbhratar" userId="S::rahul.deshbhratar@bostoninstituteofanalytics.org::cd971814-19eb-449f-b661-8cc665f4aa4d" providerId="AD" clId="Web-{7436A8FE-DB64-2097-45B9-2A7F31AD1B58}" dt="2023-10-30T07:21:59.421" v="34"/>
          <ac:graphicFrameMkLst>
            <pc:docMk/>
            <pc:sldMk cId="778114113" sldId="560"/>
            <ac:graphicFrameMk id="6" creationId="{D3FAEFDA-F8D6-6777-78FD-C6B3CBE1B999}"/>
          </ac:graphicFrameMkLst>
        </pc:graphicFrameChg>
        <pc:graphicFrameChg chg="add del mod">
          <ac:chgData name="Rahul Suresh Deshbhratar" userId="S::rahul.deshbhratar@bostoninstituteofanalytics.org::cd971814-19eb-449f-b661-8cc665f4aa4d" providerId="AD" clId="Web-{7436A8FE-DB64-2097-45B9-2A7F31AD1B58}" dt="2023-10-30T07:21:58.437" v="33"/>
          <ac:graphicFrameMkLst>
            <pc:docMk/>
            <pc:sldMk cId="778114113" sldId="560"/>
            <ac:graphicFrameMk id="10" creationId="{3293503F-383D-9E53-05BA-5B89BB5AEF47}"/>
          </ac:graphicFrameMkLst>
        </pc:graphicFrameChg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1"/>
        <pc:sldMkLst>
          <pc:docMk/>
          <pc:sldMk cId="2963322543" sldId="580"/>
        </pc:sldMkLst>
      </pc:sldChg>
      <pc:sldChg chg="modSp">
        <pc:chgData name="Rahul Suresh Deshbhratar" userId="S::rahul.deshbhratar@bostoninstituteofanalytics.org::cd971814-19eb-449f-b661-8cc665f4aa4d" providerId="AD" clId="Web-{7436A8FE-DB64-2097-45B9-2A7F31AD1B58}" dt="2023-10-30T12:09:05.053" v="743" actId="20577"/>
        <pc:sldMkLst>
          <pc:docMk/>
          <pc:sldMk cId="503230349" sldId="585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2:09:05.053" v="743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07:27:16.666" v="86" actId="20577"/>
          <ac:spMkLst>
            <pc:docMk/>
            <pc:sldMk cId="503230349" sldId="585"/>
            <ac:spMk id="9" creationId="{2FDADD92-4E39-7713-520E-D88B1D53A255}"/>
          </ac:spMkLst>
        </pc:spChg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41" v="494"/>
        <pc:sldMkLst>
          <pc:docMk/>
          <pc:sldMk cId="2250272500" sldId="586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41" v="493"/>
        <pc:sldMkLst>
          <pc:docMk/>
          <pc:sldMk cId="1307658322" sldId="587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41" v="492"/>
        <pc:sldMkLst>
          <pc:docMk/>
          <pc:sldMk cId="1689213287" sldId="588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41" v="491"/>
        <pc:sldMkLst>
          <pc:docMk/>
          <pc:sldMk cId="1943980876" sldId="589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41" v="490"/>
        <pc:sldMkLst>
          <pc:docMk/>
          <pc:sldMk cId="3924859167" sldId="590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8"/>
        <pc:sldMkLst>
          <pc:docMk/>
          <pc:sldMk cId="1192605599" sldId="591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41" v="489"/>
        <pc:sldMkLst>
          <pc:docMk/>
          <pc:sldMk cId="2695123746" sldId="592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7"/>
        <pc:sldMkLst>
          <pc:docMk/>
          <pc:sldMk cId="2475190161" sldId="593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6"/>
        <pc:sldMkLst>
          <pc:docMk/>
          <pc:sldMk cId="1649752522" sldId="594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5"/>
        <pc:sldMkLst>
          <pc:docMk/>
          <pc:sldMk cId="1411022814" sldId="595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4"/>
        <pc:sldMkLst>
          <pc:docMk/>
          <pc:sldMk cId="584638154" sldId="596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3"/>
        <pc:sldMkLst>
          <pc:docMk/>
          <pc:sldMk cId="699540843" sldId="597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2"/>
        <pc:sldMkLst>
          <pc:docMk/>
          <pc:sldMk cId="2359936003" sldId="598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80"/>
        <pc:sldMkLst>
          <pc:docMk/>
          <pc:sldMk cId="980694750" sldId="599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26" v="479"/>
        <pc:sldMkLst>
          <pc:docMk/>
          <pc:sldMk cId="2428274429" sldId="600"/>
        </pc:sldMkLst>
      </pc:sldChg>
      <pc:sldChg chg="del">
        <pc:chgData name="Rahul Suresh Deshbhratar" userId="S::rahul.deshbhratar@bostoninstituteofanalytics.org::cd971814-19eb-449f-b661-8cc665f4aa4d" providerId="AD" clId="Web-{7436A8FE-DB64-2097-45B9-2A7F31AD1B58}" dt="2023-10-30T10:57:23.110" v="478"/>
        <pc:sldMkLst>
          <pc:docMk/>
          <pc:sldMk cId="1505484871" sldId="601"/>
        </pc:sldMkLst>
      </pc:sldChg>
      <pc:sldChg chg="modSp add del replId">
        <pc:chgData name="Rahul Suresh Deshbhratar" userId="S::rahul.deshbhratar@bostoninstituteofanalytics.org::cd971814-19eb-449f-b661-8cc665f4aa4d" providerId="AD" clId="Web-{7436A8FE-DB64-2097-45B9-2A7F31AD1B58}" dt="2023-10-30T10:18:42.381" v="210"/>
        <pc:sldMkLst>
          <pc:docMk/>
          <pc:sldMk cId="456676386" sldId="602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09:24:14.800" v="151" actId="20577"/>
          <ac:spMkLst>
            <pc:docMk/>
            <pc:sldMk cId="456676386" sldId="602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09:19:27.413" v="115" actId="1076"/>
          <ac:spMkLst>
            <pc:docMk/>
            <pc:sldMk cId="456676386" sldId="602"/>
            <ac:spMk id="9" creationId="{2FDADD92-4E39-7713-520E-D88B1D53A255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0:27:01.912" v="278" actId="20577"/>
        <pc:sldMkLst>
          <pc:docMk/>
          <pc:sldMk cId="3190617462" sldId="603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0:27:01.912" v="278" actId="20577"/>
          <ac:spMkLst>
            <pc:docMk/>
            <pc:sldMk cId="3190617462" sldId="603"/>
            <ac:spMk id="2" creationId="{E401CF50-7ED4-E6A1-4F40-048F35EC4155}"/>
          </ac:spMkLst>
        </pc:spChg>
      </pc:sldChg>
      <pc:sldChg chg="addSp modSp add replId">
        <pc:chgData name="Rahul Suresh Deshbhratar" userId="S::rahul.deshbhratar@bostoninstituteofanalytics.org::cd971814-19eb-449f-b661-8cc665f4aa4d" providerId="AD" clId="Web-{7436A8FE-DB64-2097-45B9-2A7F31AD1B58}" dt="2023-10-30T12:09:35.960" v="745" actId="20577"/>
        <pc:sldMkLst>
          <pc:docMk/>
          <pc:sldMk cId="3163324261" sldId="604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09:30:40.346" v="186" actId="20577"/>
          <ac:spMkLst>
            <pc:docMk/>
            <pc:sldMk cId="3163324261" sldId="604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2:09:35.960" v="745" actId="20577"/>
          <ac:spMkLst>
            <pc:docMk/>
            <pc:sldMk cId="3163324261" sldId="604"/>
            <ac:spMk id="9" creationId="{2FDADD92-4E39-7713-520E-D88B1D53A255}"/>
          </ac:spMkLst>
        </pc:spChg>
        <pc:picChg chg="add mod">
          <ac:chgData name="Rahul Suresh Deshbhratar" userId="S::rahul.deshbhratar@bostoninstituteofanalytics.org::cd971814-19eb-449f-b661-8cc665f4aa4d" providerId="AD" clId="Web-{7436A8FE-DB64-2097-45B9-2A7F31AD1B58}" dt="2023-10-30T09:31:53.365" v="190" actId="1076"/>
          <ac:picMkLst>
            <pc:docMk/>
            <pc:sldMk cId="3163324261" sldId="604"/>
            <ac:picMk id="3" creationId="{8C02E1D3-B5B1-A964-DB51-0EF065BBA9C7}"/>
          </ac:picMkLst>
        </pc:picChg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2:10:12.367" v="752" actId="20577"/>
        <pc:sldMkLst>
          <pc:docMk/>
          <pc:sldMk cId="4021404476" sldId="605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2:10:12.367" v="752" actId="20577"/>
          <ac:spMkLst>
            <pc:docMk/>
            <pc:sldMk cId="4021404476" sldId="605"/>
            <ac:spMk id="2" creationId="{E401CF50-7ED4-E6A1-4F40-048F35EC4155}"/>
          </ac:spMkLst>
        </pc:spChg>
      </pc:sldChg>
      <pc:sldChg chg="add del replId">
        <pc:chgData name="Rahul Suresh Deshbhratar" userId="S::rahul.deshbhratar@bostoninstituteofanalytics.org::cd971814-19eb-449f-b661-8cc665f4aa4d" providerId="AD" clId="Web-{7436A8FE-DB64-2097-45B9-2A7F31AD1B58}" dt="2023-10-30T12:13:04.090" v="753"/>
        <pc:sldMkLst>
          <pc:docMk/>
          <pc:sldMk cId="3838685527" sldId="606"/>
        </pc:sldMkLst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0:54:43.105" v="440" actId="20577"/>
        <pc:sldMkLst>
          <pc:docMk/>
          <pc:sldMk cId="849724473" sldId="607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0:54:43.105" v="440" actId="20577"/>
          <ac:spMkLst>
            <pc:docMk/>
            <pc:sldMk cId="849724473" sldId="607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0:54:34.605" v="437" actId="14100"/>
          <ac:spMkLst>
            <pc:docMk/>
            <pc:sldMk cId="849724473" sldId="607"/>
            <ac:spMk id="9" creationId="{2FDADD92-4E39-7713-520E-D88B1D53A255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0:56:50.906" v="477" actId="14100"/>
        <pc:sldMkLst>
          <pc:docMk/>
          <pc:sldMk cId="4153839566" sldId="608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0:56:50.906" v="477" actId="14100"/>
          <ac:spMkLst>
            <pc:docMk/>
            <pc:sldMk cId="4153839566" sldId="608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0:55:53.170" v="453" actId="1076"/>
          <ac:spMkLst>
            <pc:docMk/>
            <pc:sldMk cId="4153839566" sldId="608"/>
            <ac:spMk id="9" creationId="{2FDADD92-4E39-7713-520E-D88B1D53A255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2:15:06.688" v="769" actId="20577"/>
        <pc:sldMkLst>
          <pc:docMk/>
          <pc:sldMk cId="3011757735" sldId="609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2:15:06.688" v="769" actId="20577"/>
          <ac:spMkLst>
            <pc:docMk/>
            <pc:sldMk cId="3011757735" sldId="609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1:09:47.696" v="527" actId="14100"/>
          <ac:spMkLst>
            <pc:docMk/>
            <pc:sldMk cId="3011757735" sldId="609"/>
            <ac:spMk id="9" creationId="{2FDADD92-4E39-7713-520E-D88B1D53A255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1:14:51.706" v="586" actId="20577"/>
        <pc:sldMkLst>
          <pc:docMk/>
          <pc:sldMk cId="1014715948" sldId="610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1:14:51.706" v="586" actId="20577"/>
          <ac:spMkLst>
            <pc:docMk/>
            <pc:sldMk cId="1014715948" sldId="610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1:13:27.578" v="548" actId="1076"/>
          <ac:spMkLst>
            <pc:docMk/>
            <pc:sldMk cId="1014715948" sldId="610"/>
            <ac:spMk id="9" creationId="{2FDADD92-4E39-7713-520E-D88B1D53A255}"/>
          </ac:spMkLst>
        </pc:spChg>
      </pc:sldChg>
      <pc:sldChg chg="add del replId">
        <pc:chgData name="Rahul Suresh Deshbhratar" userId="S::rahul.deshbhratar@bostoninstituteofanalytics.org::cd971814-19eb-449f-b661-8cc665f4aa4d" providerId="AD" clId="Web-{7436A8FE-DB64-2097-45B9-2A7F31AD1B58}" dt="2023-10-30T11:28:55.873" v="670"/>
        <pc:sldMkLst>
          <pc:docMk/>
          <pc:sldMk cId="2814011763" sldId="611"/>
        </pc:sldMkLst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2:13:38.076" v="756" actId="20577"/>
        <pc:sldMkLst>
          <pc:docMk/>
          <pc:sldMk cId="1085873787" sldId="612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2:13:38.076" v="756" actId="20577"/>
          <ac:spMkLst>
            <pc:docMk/>
            <pc:sldMk cId="1085873787" sldId="612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1:19:06.182" v="624" actId="1076"/>
          <ac:spMkLst>
            <pc:docMk/>
            <pc:sldMk cId="1085873787" sldId="612"/>
            <ac:spMk id="9" creationId="{2FDADD92-4E39-7713-520E-D88B1D53A255}"/>
          </ac:spMkLst>
        </pc:spChg>
      </pc:sldChg>
      <pc:sldChg chg="add del replId">
        <pc:chgData name="Rahul Suresh Deshbhratar" userId="S::rahul.deshbhratar@bostoninstituteofanalytics.org::cd971814-19eb-449f-b661-8cc665f4aa4d" providerId="AD" clId="Web-{7436A8FE-DB64-2097-45B9-2A7F31AD1B58}" dt="2023-10-30T11:29:07.217" v="673"/>
        <pc:sldMkLst>
          <pc:docMk/>
          <pc:sldMk cId="2053556444" sldId="613"/>
        </pc:sldMkLst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1:24:08.536" v="669" actId="20577"/>
        <pc:sldMkLst>
          <pc:docMk/>
          <pc:sldMk cId="1625210794" sldId="614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1:24:08.536" v="669" actId="20577"/>
          <ac:spMkLst>
            <pc:docMk/>
            <pc:sldMk cId="1625210794" sldId="614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1:23:28.941" v="658" actId="1076"/>
          <ac:spMkLst>
            <pc:docMk/>
            <pc:sldMk cId="1625210794" sldId="614"/>
            <ac:spMk id="9" creationId="{2FDADD92-4E39-7713-520E-D88B1D53A255}"/>
          </ac:spMkLst>
        </pc:spChg>
      </pc:sldChg>
      <pc:sldChg chg="add del replId">
        <pc:chgData name="Rahul Suresh Deshbhratar" userId="S::rahul.deshbhratar@bostoninstituteofanalytics.org::cd971814-19eb-449f-b661-8cc665f4aa4d" providerId="AD" clId="Web-{7436A8FE-DB64-2097-45B9-2A7F31AD1B58}" dt="2023-10-30T12:15:41.767" v="770"/>
        <pc:sldMkLst>
          <pc:docMk/>
          <pc:sldMk cId="2775081853" sldId="615"/>
        </pc:sldMkLst>
      </pc:sldChg>
      <pc:sldChg chg="add del replId">
        <pc:chgData name="Rahul Suresh Deshbhratar" userId="S::rahul.deshbhratar@bostoninstituteofanalytics.org::cd971814-19eb-449f-b661-8cc665f4aa4d" providerId="AD" clId="Web-{7436A8FE-DB64-2097-45B9-2A7F31AD1B58}" dt="2023-10-30T11:29:02.795" v="672"/>
        <pc:sldMkLst>
          <pc:docMk/>
          <pc:sldMk cId="4166125186" sldId="615"/>
        </pc:sldMkLst>
      </pc:sldChg>
      <pc:sldChg chg="add replId">
        <pc:chgData name="Rahul Suresh Deshbhratar" userId="S::rahul.deshbhratar@bostoninstituteofanalytics.org::cd971814-19eb-449f-b661-8cc665f4aa4d" providerId="AD" clId="Web-{7436A8FE-DB64-2097-45B9-2A7F31AD1B58}" dt="2023-10-30T11:31:58.957" v="675"/>
        <pc:sldMkLst>
          <pc:docMk/>
          <pc:sldMk cId="3765726282" sldId="616"/>
        </pc:sldMkLst>
      </pc:sldChg>
      <pc:sldChg chg="modSp add replId">
        <pc:chgData name="Rahul Suresh Deshbhratar" userId="S::rahul.deshbhratar@bostoninstituteofanalytics.org::cd971814-19eb-449f-b661-8cc665f4aa4d" providerId="AD" clId="Web-{7436A8FE-DB64-2097-45B9-2A7F31AD1B58}" dt="2023-10-30T12:08:28.864" v="738" actId="14100"/>
        <pc:sldMkLst>
          <pc:docMk/>
          <pc:sldMk cId="2644968012" sldId="617"/>
        </pc:sldMkLst>
        <pc:spChg chg="mod">
          <ac:chgData name="Rahul Suresh Deshbhratar" userId="S::rahul.deshbhratar@bostoninstituteofanalytics.org::cd971814-19eb-449f-b661-8cc665f4aa4d" providerId="AD" clId="Web-{7436A8FE-DB64-2097-45B9-2A7F31AD1B58}" dt="2023-10-30T12:08:28.864" v="738" actId="14100"/>
          <ac:spMkLst>
            <pc:docMk/>
            <pc:sldMk cId="2644968012" sldId="617"/>
            <ac:spMk id="2" creationId="{E401CF50-7ED4-E6A1-4F40-048F35EC4155}"/>
          </ac:spMkLst>
        </pc:spChg>
        <pc:spChg chg="mod">
          <ac:chgData name="Rahul Suresh Deshbhratar" userId="S::rahul.deshbhratar@bostoninstituteofanalytics.org::cd971814-19eb-449f-b661-8cc665f4aa4d" providerId="AD" clId="Web-{7436A8FE-DB64-2097-45B9-2A7F31AD1B58}" dt="2023-10-30T11:33:32.913" v="698" actId="1076"/>
          <ac:spMkLst>
            <pc:docMk/>
            <pc:sldMk cId="2644968012" sldId="617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27DCD8-8667-B071-E4CE-FE45C0966D14}"/>
    <pc:docChg chg="addSld delSld modSld sldOrd">
      <pc:chgData name="Suraj Chopade" userId="S::suraj.chopade@bostoninstituteofanalytics.org::dcc44ee8-6a65-4538-a5e1-c87e14ca7a61" providerId="AD" clId="Web-{4027DCD8-8667-B071-E4CE-FE45C0966D14}" dt="2023-10-12T12:30:45.556" v="1034"/>
      <pc:docMkLst>
        <pc:docMk/>
      </pc:docMkLst>
      <pc:sldChg chg="addSp delSp modSp ord">
        <pc:chgData name="Suraj Chopade" userId="S::suraj.chopade@bostoninstituteofanalytics.org::dcc44ee8-6a65-4538-a5e1-c87e14ca7a61" providerId="AD" clId="Web-{4027DCD8-8667-B071-E4CE-FE45C0966D14}" dt="2023-10-12T08:06:57.205" v="62"/>
        <pc:sldMkLst>
          <pc:docMk/>
          <pc:sldMk cId="4076578880" sldId="484"/>
        </pc:sldMkLst>
        <pc:spChg chg="add mod">
          <ac:chgData name="Suraj Chopade" userId="S::suraj.chopade@bostoninstituteofanalytics.org::dcc44ee8-6a65-4538-a5e1-c87e14ca7a61" providerId="AD" clId="Web-{4027DCD8-8667-B071-E4CE-FE45C0966D14}" dt="2023-10-12T08:05:40.858" v="61" actId="1076"/>
          <ac:spMkLst>
            <pc:docMk/>
            <pc:sldMk cId="4076578880" sldId="484"/>
            <ac:spMk id="2" creationId="{58094B44-5E55-9504-31F7-2325A00EDC3F}"/>
          </ac:spMkLst>
        </pc:spChg>
        <pc:spChg chg="del mod">
          <ac:chgData name="Suraj Chopade" userId="S::suraj.chopade@bostoninstituteofanalytics.org::dcc44ee8-6a65-4538-a5e1-c87e14ca7a61" providerId="AD" clId="Web-{4027DCD8-8667-B071-E4CE-FE45C0966D14}" dt="2023-10-12T08:03:49.901" v="44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3:46.604" v="43" actId="1076"/>
          <ac:spMkLst>
            <pc:docMk/>
            <pc:sldMk cId="4076578880" sldId="484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27DCD8-8667-B071-E4CE-FE45C0966D14}" dt="2023-10-12T11:07:15.956" v="776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4027DCD8-8667-B071-E4CE-FE45C0966D14}" dt="2023-10-12T10:59:07.764" v="772" actId="1076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0:58:24.622" v="761" actId="20577"/>
          <ac:spMkLst>
            <pc:docMk/>
            <pc:sldMk cId="3440828800" sldId="559"/>
            <ac:spMk id="5" creationId="{9D03BB2D-CD52-503A-B59A-F9D3014F1AB4}"/>
          </ac:spMkLst>
        </pc:spChg>
      </pc:sldChg>
      <pc:sldChg chg="add replId">
        <pc:chgData name="Suraj Chopade" userId="S::suraj.chopade@bostoninstituteofanalytics.org::dcc44ee8-6a65-4538-a5e1-c87e14ca7a61" providerId="AD" clId="Web-{4027DCD8-8667-B071-E4CE-FE45C0966D14}" dt="2023-10-12T08:03:21.150" v="31"/>
        <pc:sldMkLst>
          <pc:docMk/>
          <pc:sldMk cId="778114113" sldId="560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6"/>
        <pc:sldMkLst>
          <pc:docMk/>
          <pc:sldMk cId="1580819257" sldId="560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08:11:10.213" v="150" actId="1076"/>
        <pc:sldMkLst>
          <pc:docMk/>
          <pc:sldMk cId="1154806872" sldId="561"/>
        </pc:sldMkLst>
        <pc:spChg chg="mod">
          <ac:chgData name="Suraj Chopade" userId="S::suraj.chopade@bostoninstituteofanalytics.org::dcc44ee8-6a65-4538-a5e1-c87e14ca7a61" providerId="AD" clId="Web-{4027DCD8-8667-B071-E4CE-FE45C0966D14}" dt="2023-10-12T08:11:10.213" v="150" actId="1076"/>
          <ac:spMkLst>
            <pc:docMk/>
            <pc:sldMk cId="1154806872" sldId="561"/>
            <ac:spMk id="2" creationId="{58094B44-5E55-9504-31F7-2325A00EDC3F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8:11:00.900" v="147"/>
          <ac:spMkLst>
            <pc:docMk/>
            <pc:sldMk cId="1154806872" sldId="561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8:02.019" v="70" actId="20577"/>
          <ac:spMkLst>
            <pc:docMk/>
            <pc:sldMk cId="1154806872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5"/>
        <pc:sldMkLst>
          <pc:docMk/>
          <pc:sldMk cId="1408695827" sldId="561"/>
        </pc:sldMkLst>
      </pc:sldChg>
      <pc:sldChg chg="delSp modSp add replId">
        <pc:chgData name="Suraj Chopade" userId="S::suraj.chopade@bostoninstituteofanalytics.org::dcc44ee8-6a65-4538-a5e1-c87e14ca7a61" providerId="AD" clId="Web-{4027DCD8-8667-B071-E4CE-FE45C0966D14}" dt="2023-10-12T08:11:34.589" v="156" actId="1076"/>
        <pc:sldMkLst>
          <pc:docMk/>
          <pc:sldMk cId="153124426" sldId="562"/>
        </pc:sldMkLst>
        <pc:spChg chg="del">
          <ac:chgData name="Suraj Chopade" userId="S::suraj.chopade@bostoninstituteofanalytics.org::dcc44ee8-6a65-4538-a5e1-c87e14ca7a61" providerId="AD" clId="Web-{4027DCD8-8667-B071-E4CE-FE45C0966D14}" dt="2023-10-12T08:11:20.448" v="151"/>
          <ac:spMkLst>
            <pc:docMk/>
            <pc:sldMk cId="153124426" sldId="562"/>
            <ac:spMk id="2" creationId="{58094B44-5E55-9504-31F7-2325A00EDC3F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1:34.589" v="156" actId="1076"/>
          <ac:spMkLst>
            <pc:docMk/>
            <pc:sldMk cId="153124426" sldId="562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4"/>
        <pc:sldMkLst>
          <pc:docMk/>
          <pc:sldMk cId="1754193795" sldId="562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5:11.268" v="188" actId="1076"/>
        <pc:sldMkLst>
          <pc:docMk/>
          <pc:sldMk cId="1573546750" sldId="563"/>
        </pc:sldMkLst>
        <pc:spChg chg="mod">
          <ac:chgData name="Suraj Chopade" userId="S::suraj.chopade@bostoninstituteofanalytics.org::dcc44ee8-6a65-4538-a5e1-c87e14ca7a61" providerId="AD" clId="Web-{4027DCD8-8667-B071-E4CE-FE45C0966D14}" dt="2023-10-12T08:15:11.268" v="188" actId="1076"/>
          <ac:spMkLst>
            <pc:docMk/>
            <pc:sldMk cId="1573546750" sldId="563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4:13.001" v="172" actId="1076"/>
          <ac:spMkLst>
            <pc:docMk/>
            <pc:sldMk cId="1573546750" sldId="563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3"/>
        <pc:sldMkLst>
          <pc:docMk/>
          <pc:sldMk cId="3603954413" sldId="563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2"/>
        <pc:sldMkLst>
          <pc:docMk/>
          <pc:sldMk cId="1791198341" sldId="564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8:00.618" v="217" actId="14100"/>
        <pc:sldMkLst>
          <pc:docMk/>
          <pc:sldMk cId="3472835970" sldId="564"/>
        </pc:sldMkLst>
        <pc:spChg chg="mod">
          <ac:chgData name="Suraj Chopade" userId="S::suraj.chopade@bostoninstituteofanalytics.org::dcc44ee8-6a65-4538-a5e1-c87e14ca7a61" providerId="AD" clId="Web-{4027DCD8-8667-B071-E4CE-FE45C0966D14}" dt="2023-10-12T08:18:00.618" v="217" actId="14100"/>
          <ac:spMkLst>
            <pc:docMk/>
            <pc:sldMk cId="3472835970" sldId="56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7:20.960" v="202" actId="1076"/>
          <ac:spMkLst>
            <pc:docMk/>
            <pc:sldMk cId="3472835970" sldId="56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0:03.888" v="247" actId="20577"/>
        <pc:sldMkLst>
          <pc:docMk/>
          <pc:sldMk cId="3398772900" sldId="565"/>
        </pc:sldMkLst>
        <pc:spChg chg="mod">
          <ac:chgData name="Suraj Chopade" userId="S::suraj.chopade@bostoninstituteofanalytics.org::dcc44ee8-6a65-4538-a5e1-c87e14ca7a61" providerId="AD" clId="Web-{4027DCD8-8667-B071-E4CE-FE45C0966D14}" dt="2023-10-12T08:20:03.888" v="247" actId="20577"/>
          <ac:spMkLst>
            <pc:docMk/>
            <pc:sldMk cId="3398772900" sldId="56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9:17.308" v="226" actId="1076"/>
          <ac:spMkLst>
            <pc:docMk/>
            <pc:sldMk cId="3398772900" sldId="56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1"/>
        <pc:sldMkLst>
          <pc:docMk/>
          <pc:sldMk cId="3985461212" sldId="565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0"/>
        <pc:sldMkLst>
          <pc:docMk/>
          <pc:sldMk cId="2832941956" sldId="56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1:57.782" v="276" actId="20577"/>
        <pc:sldMkLst>
          <pc:docMk/>
          <pc:sldMk cId="3947733581" sldId="566"/>
        </pc:sldMkLst>
        <pc:spChg chg="mod">
          <ac:chgData name="Suraj Chopade" userId="S::suraj.chopade@bostoninstituteofanalytics.org::dcc44ee8-6a65-4538-a5e1-c87e14ca7a61" providerId="AD" clId="Web-{4027DCD8-8667-B071-E4CE-FE45C0966D14}" dt="2023-10-12T08:21:57.782" v="276" actId="20577"/>
          <ac:spMkLst>
            <pc:docMk/>
            <pc:sldMk cId="3947733581" sldId="56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1:17.172" v="262" actId="1076"/>
          <ac:spMkLst>
            <pc:docMk/>
            <pc:sldMk cId="3947733581" sldId="56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7:59.888" v="293" actId="20577"/>
        <pc:sldMkLst>
          <pc:docMk/>
          <pc:sldMk cId="3453807102" sldId="567"/>
        </pc:sldMkLst>
        <pc:spChg chg="mod">
          <ac:chgData name="Suraj Chopade" userId="S::suraj.chopade@bostoninstituteofanalytics.org::dcc44ee8-6a65-4538-a5e1-c87e14ca7a61" providerId="AD" clId="Web-{4027DCD8-8667-B071-E4CE-FE45C0966D14}" dt="2023-10-12T08:27:59.888" v="293" actId="20577"/>
          <ac:spMkLst>
            <pc:docMk/>
            <pc:sldMk cId="3453807102" sldId="56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7:00.277" v="283" actId="20577"/>
          <ac:spMkLst>
            <pc:docMk/>
            <pc:sldMk cId="3453807102" sldId="56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9"/>
        <pc:sldMkLst>
          <pc:docMk/>
          <pc:sldMk cId="3879932270" sldId="567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8:32.561" v="303" actId="20577"/>
        <pc:sldMkLst>
          <pc:docMk/>
          <pc:sldMk cId="911329615" sldId="568"/>
        </pc:sldMkLst>
        <pc:spChg chg="mod">
          <ac:chgData name="Suraj Chopade" userId="S::suraj.chopade@bostoninstituteofanalytics.org::dcc44ee8-6a65-4538-a5e1-c87e14ca7a61" providerId="AD" clId="Web-{4027DCD8-8667-B071-E4CE-FE45C0966D14}" dt="2023-10-12T08:28:32.561" v="303" actId="20577"/>
          <ac:spMkLst>
            <pc:docMk/>
            <pc:sldMk cId="911329615" sldId="568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8"/>
        <pc:sldMkLst>
          <pc:docMk/>
          <pc:sldMk cId="3435741009" sldId="568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11:10:24.682" v="779" actId="1076"/>
        <pc:sldMkLst>
          <pc:docMk/>
          <pc:sldMk cId="567748137" sldId="569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09:08:54.800" v="313"/>
          <ac:spMkLst>
            <pc:docMk/>
            <pc:sldMk cId="567748137" sldId="569"/>
            <ac:spMk id="2" creationId="{77437832-E6E5-98E0-5093-35878C5365B1}"/>
          </ac:spMkLst>
        </pc:spChg>
        <pc:spChg chg="del">
          <ac:chgData name="Suraj Chopade" userId="S::suraj.chopade@bostoninstituteofanalytics.org::dcc44ee8-6a65-4538-a5e1-c87e14ca7a61" providerId="AD" clId="Web-{4027DCD8-8667-B071-E4CE-FE45C0966D14}" dt="2023-10-12T08:52:27.134" v="305"/>
          <ac:spMkLst>
            <pc:docMk/>
            <pc:sldMk cId="567748137" sldId="569"/>
            <ac:spMk id="3" creationId="{32F95AAB-C5B6-B581-A19A-2E82775B48CA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4:39.946" v="724" actId="1076"/>
          <ac:spMkLst>
            <pc:docMk/>
            <pc:sldMk cId="567748137" sldId="569"/>
            <ac:spMk id="4" creationId="{C9C5E2BE-C2B3-EC7F-6787-5DE873ACFCF7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03.712" v="464" actId="1076"/>
          <ac:spMkLst>
            <pc:docMk/>
            <pc:sldMk cId="567748137" sldId="569"/>
            <ac:spMk id="5" creationId="{77F8D955-070E-CA3C-786A-1C78BBBC1CE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2:17.136" v="506" actId="1076"/>
          <ac:spMkLst>
            <pc:docMk/>
            <pc:sldMk cId="567748137" sldId="569"/>
            <ac:spMk id="6" creationId="{D4CF2484-8159-0AA3-2570-A85053777A2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8:28.130" v="655" actId="1076"/>
          <ac:spMkLst>
            <pc:docMk/>
            <pc:sldMk cId="567748137" sldId="569"/>
            <ac:spMk id="7" creationId="{48851A00-A1C2-C715-FAB5-FC46E4CE7B1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0:02.322" v="777" actId="1076"/>
          <ac:spMkLst>
            <pc:docMk/>
            <pc:sldMk cId="567748137" sldId="569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01" v="706"/>
          <ac:spMkLst>
            <pc:docMk/>
            <pc:sldMk cId="567748137" sldId="569"/>
            <ac:spMk id="10" creationId="{D44A6FE0-5138-F877-02EA-4A3D83AE4D8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17" v="707"/>
          <ac:spMkLst>
            <pc:docMk/>
            <pc:sldMk cId="567748137" sldId="569"/>
            <ac:spMk id="11" creationId="{74BC09B5-EC78-FDF2-76AC-3145FF761681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10.509" v="465" actId="1076"/>
          <ac:spMkLst>
            <pc:docMk/>
            <pc:sldMk cId="567748137" sldId="569"/>
            <ac:spMk id="12" creationId="{4F09FFBF-73D1-EF10-1AD5-5A0ED1C2C446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12:27.927" v="352"/>
          <ac:spMkLst>
            <pc:docMk/>
            <pc:sldMk cId="567748137" sldId="569"/>
            <ac:spMk id="13" creationId="{064DF73E-F8AD-DDF3-D00A-6924506EF0EE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0.545" v="556" actId="1076"/>
          <ac:spMkLst>
            <pc:docMk/>
            <pc:sldMk cId="567748137" sldId="569"/>
            <ac:spMk id="14" creationId="{CADD5F3E-29BA-B5D3-088A-0B4F02529B4C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7.170" v="557" actId="1076"/>
          <ac:spMkLst>
            <pc:docMk/>
            <pc:sldMk cId="567748137" sldId="569"/>
            <ac:spMk id="15" creationId="{4CB97974-D5D1-C323-CC24-AB48F80FC753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5:15.815" v="625" actId="1076"/>
          <ac:spMkLst>
            <pc:docMk/>
            <pc:sldMk cId="567748137" sldId="569"/>
            <ac:spMk id="16" creationId="{AA338150-AC44-5534-39D5-9F96133AFBD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7:00.588" v="746" actId="1076"/>
          <ac:spMkLst>
            <pc:docMk/>
            <pc:sldMk cId="567748137" sldId="569"/>
            <ac:spMk id="17" creationId="{7CB2CCED-22BD-6D89-982B-F8CF9DCC8B60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13:56.428" v="371"/>
          <ac:spMkLst>
            <pc:docMk/>
            <pc:sldMk cId="567748137" sldId="569"/>
            <ac:spMk id="18" creationId="{8C1D2D13-79FF-F93A-8276-2E6817C429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18.055" v="445" actId="1076"/>
          <ac:spMkLst>
            <pc:docMk/>
            <pc:sldMk cId="567748137" sldId="569"/>
            <ac:spMk id="19" creationId="{C2D2D8D1-83EF-CD23-429D-0897E9A873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14.554" v="708" actId="1076"/>
          <ac:spMkLst>
            <pc:docMk/>
            <pc:sldMk cId="567748137" sldId="569"/>
            <ac:spMk id="20" creationId="{838872E6-0DFF-EDEB-6AD0-C88DABDC70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8.305" v="444" actId="1076"/>
          <ac:spMkLst>
            <pc:docMk/>
            <pc:sldMk cId="567748137" sldId="569"/>
            <ac:spMk id="21" creationId="{D974BFAF-FB0C-8C53-24BB-DE892799FF9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5.414" v="443" actId="1076"/>
          <ac:spMkLst>
            <pc:docMk/>
            <pc:sldMk cId="567748137" sldId="569"/>
            <ac:spMk id="22" creationId="{06D2FEDC-E252-6145-230F-07F07A002B0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5:30.950" v="540" actId="1076"/>
          <ac:spMkLst>
            <pc:docMk/>
            <pc:sldMk cId="567748137" sldId="569"/>
            <ac:spMk id="23" creationId="{34083836-FDF9-41E5-76EE-1D32A490EF47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37:03.848" v="644"/>
          <ac:spMkLst>
            <pc:docMk/>
            <pc:sldMk cId="567748137" sldId="569"/>
            <ac:spMk id="24" creationId="{B89EEB9D-FB7A-6D93-C35E-8985D6B3283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06.209" v="685" actId="14100"/>
          <ac:spMkLst>
            <pc:docMk/>
            <pc:sldMk cId="567748137" sldId="569"/>
            <ac:spMk id="40" creationId="{011476DB-8151-F24F-AD12-60B36C053DE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13.850" v="687" actId="14100"/>
          <ac:spMkLst>
            <pc:docMk/>
            <pc:sldMk cId="567748137" sldId="569"/>
            <ac:spMk id="41" creationId="{23B1FE31-9E31-FB0F-22D6-B8A9A43917D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20.944" v="689" actId="14100"/>
          <ac:spMkLst>
            <pc:docMk/>
            <pc:sldMk cId="567748137" sldId="569"/>
            <ac:spMk id="42" creationId="{CD34A185-5C90-9993-5E8A-5567D4706C2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31:12.610" v="619"/>
          <ac:spMkLst>
            <pc:docMk/>
            <pc:sldMk cId="567748137" sldId="569"/>
            <ac:spMk id="43" creationId="{9098D371-E364-400F-7C80-7B295CD27BDB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33.225" v="691" actId="1076"/>
          <ac:spMkLst>
            <pc:docMk/>
            <pc:sldMk cId="567748137" sldId="569"/>
            <ac:spMk id="48" creationId="{57BCC33A-56E8-0297-EB32-3C31AEB3E9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57.804" v="696" actId="1076"/>
          <ac:spMkLst>
            <pc:docMk/>
            <pc:sldMk cId="567748137" sldId="569"/>
            <ac:spMk id="50" creationId="{283ADF73-8FED-C070-3B50-34A3F8EDE2AF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40:22.349" v="673"/>
          <ac:spMkLst>
            <pc:docMk/>
            <pc:sldMk cId="567748137" sldId="569"/>
            <ac:spMk id="51" creationId="{1426CCE2-E04F-48E9-0CE4-EF56377D340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6:02.618" v="743" actId="14100"/>
          <ac:spMkLst>
            <pc:docMk/>
            <pc:sldMk cId="567748137" sldId="569"/>
            <ac:spMk id="54" creationId="{A2193182-40A7-6EC6-ACFB-1195D14AF310}"/>
          </ac:spMkLst>
        </pc:spChg>
        <pc:grpChg chg="add mod">
          <ac:chgData name="Suraj Chopade" userId="S::suraj.chopade@bostoninstituteofanalytics.org::dcc44ee8-6a65-4538-a5e1-c87e14ca7a61" providerId="AD" clId="Web-{4027DCD8-8667-B071-E4CE-FE45C0966D14}" dt="2023-10-12T11:10:24.682" v="779" actId="1076"/>
          <ac:grpSpMkLst>
            <pc:docMk/>
            <pc:sldMk cId="567748137" sldId="569"/>
            <ac:grpSpMk id="63" creationId="{A540FB91-8863-B69B-B9CA-0CE35C530073}"/>
          </ac:grpSpMkLst>
        </pc:grpChg>
        <pc:cxnChg chg="add mod">
          <ac:chgData name="Suraj Chopade" userId="S::suraj.chopade@bostoninstituteofanalytics.org::dcc44ee8-6a65-4538-a5e1-c87e14ca7a61" providerId="AD" clId="Web-{4027DCD8-8667-B071-E4CE-FE45C0966D14}" dt="2023-10-12T09:23:54.012" v="518" actId="14100"/>
          <ac:cxnSpMkLst>
            <pc:docMk/>
            <pc:sldMk cId="567748137" sldId="569"/>
            <ac:cxnSpMk id="25" creationId="{F634947C-9C56-9009-B328-C39A90C3B7E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6.137" v="536" actId="1076"/>
          <ac:cxnSpMkLst>
            <pc:docMk/>
            <pc:sldMk cId="567748137" sldId="569"/>
            <ac:cxnSpMk id="26" creationId="{869856F7-CE28-3231-E15E-8FB5B477404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2.419" v="535" actId="1076"/>
          <ac:cxnSpMkLst>
            <pc:docMk/>
            <pc:sldMk cId="567748137" sldId="569"/>
            <ac:cxnSpMk id="27" creationId="{0DF2BED7-27F9-E54A-BA1B-E63753DB8AB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25.098" v="654" actId="14100"/>
          <ac:cxnSpMkLst>
            <pc:docMk/>
            <pc:sldMk cId="567748137" sldId="569"/>
            <ac:cxnSpMk id="28" creationId="{BB0FFC6E-95BE-ABAC-BCE9-DB5BA925ACD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27" v="658" actId="1076"/>
          <ac:cxnSpMkLst>
            <pc:docMk/>
            <pc:sldMk cId="567748137" sldId="569"/>
            <ac:cxnSpMk id="29" creationId="{D77BF6B6-0573-8972-DF60-804B93BD125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42" v="659" actId="1076"/>
          <ac:cxnSpMkLst>
            <pc:docMk/>
            <pc:sldMk cId="567748137" sldId="569"/>
            <ac:cxnSpMk id="30" creationId="{7FB4716B-00F2-0500-1F24-B0650AD1D519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58" v="660" actId="1076"/>
          <ac:cxnSpMkLst>
            <pc:docMk/>
            <pc:sldMk cId="567748137" sldId="569"/>
            <ac:cxnSpMk id="31" creationId="{24D441D1-2F7E-E41B-1D67-F50104A1019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48" v="579"/>
          <ac:cxnSpMkLst>
            <pc:docMk/>
            <pc:sldMk cId="567748137" sldId="569"/>
            <ac:cxnSpMk id="32" creationId="{C2A8DF20-6592-5B1E-353B-B8598FEB9C1B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8"/>
          <ac:cxnSpMkLst>
            <pc:docMk/>
            <pc:sldMk cId="567748137" sldId="569"/>
            <ac:cxnSpMk id="33" creationId="{C7EA700F-1AAD-ACEF-E389-51D6A3AFFD52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7"/>
          <ac:cxnSpMkLst>
            <pc:docMk/>
            <pc:sldMk cId="567748137" sldId="569"/>
            <ac:cxnSpMk id="34" creationId="{EAF24D5F-DC0A-430F-275D-44C7F8357CAF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53.296" v="589" actId="14100"/>
          <ac:cxnSpMkLst>
            <pc:docMk/>
            <pc:sldMk cId="567748137" sldId="569"/>
            <ac:cxnSpMk id="35" creationId="{78F4C5EA-F78E-B880-5439-8E9E7830798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43.702" v="588" actId="1076"/>
          <ac:cxnSpMkLst>
            <pc:docMk/>
            <pc:sldMk cId="567748137" sldId="569"/>
            <ac:cxnSpMk id="36" creationId="{826AF0A7-D611-96B7-887F-9AEF5045E53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01.312" v="591" actId="1076"/>
          <ac:cxnSpMkLst>
            <pc:docMk/>
            <pc:sldMk cId="567748137" sldId="569"/>
            <ac:cxnSpMk id="37" creationId="{361177D9-27E2-7E6B-A4D4-D7FC32DED35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23.862" v="626" actId="1076"/>
          <ac:cxnSpMkLst>
            <pc:docMk/>
            <pc:sldMk cId="567748137" sldId="569"/>
            <ac:cxnSpMk id="38" creationId="{4F1E5B39-66CC-B4B9-FBBB-844D955099B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32.640" v="598" actId="1076"/>
          <ac:cxnSpMkLst>
            <pc:docMk/>
            <pc:sldMk cId="567748137" sldId="569"/>
            <ac:cxnSpMk id="39" creationId="{364D7D6E-E22B-57A7-975B-AD8CEAC0031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45.097" v="629" actId="14100"/>
          <ac:cxnSpMkLst>
            <pc:docMk/>
            <pc:sldMk cId="567748137" sldId="569"/>
            <ac:cxnSpMk id="44" creationId="{A7F1F811-8FA3-7C98-4E45-8D344B717E37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28.675" v="635" actId="14100"/>
          <ac:cxnSpMkLst>
            <pc:docMk/>
            <pc:sldMk cId="567748137" sldId="569"/>
            <ac:cxnSpMk id="45" creationId="{46B24766-9BB9-4325-980C-C814E3F5576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37.082" v="637" actId="1076"/>
          <ac:cxnSpMkLst>
            <pc:docMk/>
            <pc:sldMk cId="567748137" sldId="569"/>
            <ac:cxnSpMk id="46" creationId="{BB2A5682-DA7C-3A7D-F51D-1E363F0F7DB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59.191" v="643" actId="1076"/>
          <ac:cxnSpMkLst>
            <pc:docMk/>
            <pc:sldMk cId="567748137" sldId="569"/>
            <ac:cxnSpMk id="47" creationId="{BDBC0385-295B-D878-C6B7-FB8F5E333606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0:50.100" v="681"/>
          <ac:cxnSpMkLst>
            <pc:docMk/>
            <pc:sldMk cId="567748137" sldId="569"/>
            <ac:cxnSpMk id="49" creationId="{C88BC054-95F7-3EFB-E2CE-3CA0BCA76CC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55.272" v="695" actId="14100"/>
          <ac:cxnSpMkLst>
            <pc:docMk/>
            <pc:sldMk cId="567748137" sldId="569"/>
            <ac:cxnSpMk id="52" creationId="{4934DE13-6FE6-66B3-CE78-63C710703E1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30.460" v="690" actId="14100"/>
          <ac:cxnSpMkLst>
            <pc:docMk/>
            <pc:sldMk cId="567748137" sldId="569"/>
            <ac:cxnSpMk id="53" creationId="{F2A810A1-0FC8-456B-4F05-03349A47D73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2:33.601" v="702" actId="1076"/>
          <ac:cxnSpMkLst>
            <pc:docMk/>
            <pc:sldMk cId="567748137" sldId="569"/>
            <ac:cxnSpMk id="55" creationId="{2828E4D8-AD3F-7612-80A2-4076E7C328C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4:06.024" v="716"/>
          <ac:cxnSpMkLst>
            <pc:docMk/>
            <pc:sldMk cId="567748137" sldId="569"/>
            <ac:cxnSpMk id="56" creationId="{5ED2439C-7E47-4CDD-9E8E-86640A95995E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4:36.024" v="723" actId="14100"/>
          <ac:cxnSpMkLst>
            <pc:docMk/>
            <pc:sldMk cId="567748137" sldId="569"/>
            <ac:cxnSpMk id="57" creationId="{A067F872-D865-3B3C-1742-F96CF178938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08.305" v="730" actId="1076"/>
          <ac:cxnSpMkLst>
            <pc:docMk/>
            <pc:sldMk cId="567748137" sldId="569"/>
            <ac:cxnSpMk id="58" creationId="{52FD9D50-45F4-FA8D-EFD9-4493396541D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17.493" v="732" actId="1076"/>
          <ac:cxnSpMkLst>
            <pc:docMk/>
            <pc:sldMk cId="567748137" sldId="569"/>
            <ac:cxnSpMk id="59" creationId="{968498C6-CDCD-C4FC-DEAD-AEEEAE9D494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22.977" v="734" actId="1076"/>
          <ac:cxnSpMkLst>
            <pc:docMk/>
            <pc:sldMk cId="567748137" sldId="569"/>
            <ac:cxnSpMk id="60" creationId="{5BA600CB-8983-6642-B34B-4042D7F55FE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49.853" v="741" actId="14100"/>
          <ac:cxnSpMkLst>
            <pc:docMk/>
            <pc:sldMk cId="567748137" sldId="569"/>
            <ac:cxnSpMk id="61" creationId="{5B75E939-8D02-8249-881F-F335E63D1BE0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53.962" v="742" actId="14100"/>
          <ac:cxnSpMkLst>
            <pc:docMk/>
            <pc:sldMk cId="567748137" sldId="569"/>
            <ac:cxnSpMk id="62" creationId="{DA4891DB-30DF-A617-C12F-2F30D7AFA58A}"/>
          </ac:cxnSpMkLst>
        </pc:cxn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7"/>
        <pc:sldMkLst>
          <pc:docMk/>
          <pc:sldMk cId="3503457806" sldId="569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6"/>
        <pc:sldMkLst>
          <pc:docMk/>
          <pc:sldMk cId="1307903741" sldId="570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8:52:33.399" v="307"/>
        <pc:sldMkLst>
          <pc:docMk/>
          <pc:sldMk cId="2501849572" sldId="570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16:44.041" v="799"/>
        <pc:sldMkLst>
          <pc:docMk/>
          <pc:sldMk cId="2776136433" sldId="570"/>
        </pc:sldMkLst>
        <pc:spChg chg="mod">
          <ac:chgData name="Suraj Chopade" userId="S::suraj.chopade@bostoninstituteofanalytics.org::dcc44ee8-6a65-4538-a5e1-c87e14ca7a61" providerId="AD" clId="Web-{4027DCD8-8667-B071-E4CE-FE45C0966D14}" dt="2023-10-12T11:13:44.597" v="797" actId="1076"/>
          <ac:spMkLst>
            <pc:docMk/>
            <pc:sldMk cId="2776136433" sldId="570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1:40.935" v="788" actId="20577"/>
          <ac:spMkLst>
            <pc:docMk/>
            <pc:sldMk cId="2776136433" sldId="570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1"/>
        <pc:sldMkLst>
          <pc:docMk/>
          <pc:sldMk cId="3448830970" sldId="570"/>
        </pc:sldMkLst>
      </pc:sldChg>
      <pc:sldChg chg="add ord replId">
        <pc:chgData name="Suraj Chopade" userId="S::suraj.chopade@bostoninstituteofanalytics.org::dcc44ee8-6a65-4538-a5e1-c87e14ca7a61" providerId="AD" clId="Web-{4027DCD8-8667-B071-E4CE-FE45C0966D14}" dt="2023-10-12T11:16:39.119" v="798"/>
        <pc:sldMkLst>
          <pc:docMk/>
          <pc:sldMk cId="2160192523" sldId="571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0"/>
        <pc:sldMkLst>
          <pc:docMk/>
          <pc:sldMk cId="3499087370" sldId="571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5"/>
        <pc:sldMkLst>
          <pc:docMk/>
          <pc:sldMk cId="4239206588" sldId="571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2:34.461" v="865" actId="1076"/>
        <pc:sldMkLst>
          <pc:docMk/>
          <pc:sldMk cId="1822171522" sldId="572"/>
        </pc:sldMkLst>
        <pc:spChg chg="mod">
          <ac:chgData name="Suraj Chopade" userId="S::suraj.chopade@bostoninstituteofanalytics.org::dcc44ee8-6a65-4538-a5e1-c87e14ca7a61" providerId="AD" clId="Web-{4027DCD8-8667-B071-E4CE-FE45C0966D14}" dt="2023-10-12T11:22:34.461" v="865" actId="1076"/>
          <ac:spMkLst>
            <pc:docMk/>
            <pc:sldMk cId="1822171522" sldId="572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1:40.709" v="848" actId="20577"/>
          <ac:spMkLst>
            <pc:docMk/>
            <pc:sldMk cId="1822171522" sldId="57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4"/>
        <pc:sldMkLst>
          <pc:docMk/>
          <pc:sldMk cId="2078080951" sldId="572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20:59.067" v="840"/>
        <pc:sldMkLst>
          <pc:docMk/>
          <pc:sldMk cId="501368358" sldId="573"/>
        </pc:sldMkLst>
        <pc:spChg chg="mod">
          <ac:chgData name="Suraj Chopade" userId="S::suraj.chopade@bostoninstituteofanalytics.org::dcc44ee8-6a65-4538-a5e1-c87e14ca7a61" providerId="AD" clId="Web-{4027DCD8-8667-B071-E4CE-FE45C0966D14}" dt="2023-10-12T11:20:42.129" v="839" actId="20577"/>
          <ac:spMkLst>
            <pc:docMk/>
            <pc:sldMk cId="501368358" sldId="573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3"/>
        <pc:sldMkLst>
          <pc:docMk/>
          <pc:sldMk cId="2127889081" sldId="573"/>
        </pc:sldMkLst>
      </pc:sldChg>
      <pc:sldChg chg="addSp delSp modSp add mod replId setBg">
        <pc:chgData name="Suraj Chopade" userId="S::suraj.chopade@bostoninstituteofanalytics.org::dcc44ee8-6a65-4538-a5e1-c87e14ca7a61" providerId="AD" clId="Web-{4027DCD8-8667-B071-E4CE-FE45C0966D14}" dt="2023-10-12T11:23:50.496" v="895"/>
        <pc:sldMkLst>
          <pc:docMk/>
          <pc:sldMk cId="3418130304" sldId="574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11:23:50.496" v="895"/>
          <ac:spMkLst>
            <pc:docMk/>
            <pc:sldMk cId="3418130304" sldId="57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5" creationId="{BACC6370-2D7E-4714-9D71-7542949D7D5D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4027DCD8-8667-B071-E4CE-FE45C0966D14}" dt="2023-10-12T11:23:29.761" v="884"/>
          <ac:graphicFrameMkLst>
            <pc:docMk/>
            <pc:sldMk cId="3418130304" sldId="574"/>
            <ac:graphicFrameMk id="11" creationId="{12E05144-16B9-89BB-18F0-759625A6A068}"/>
          </ac:graphicFrameMkLst>
        </pc:graphicFrameChg>
        <pc:picChg chg="ord">
          <ac:chgData name="Suraj Chopade" userId="S::suraj.chopade@bostoninstituteofanalytics.org::dcc44ee8-6a65-4538-a5e1-c87e14ca7a61" providerId="AD" clId="Web-{4027DCD8-8667-B071-E4CE-FE45C0966D14}" dt="2023-10-12T11:23:29.761" v="884"/>
          <ac:picMkLst>
            <pc:docMk/>
            <pc:sldMk cId="3418130304" sldId="574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2"/>
        <pc:sldMkLst>
          <pc:docMk/>
          <pc:sldMk cId="3875578147" sldId="574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"/>
        <pc:sldMkLst>
          <pc:docMk/>
          <pc:sldMk cId="1868995900" sldId="575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5:52.516" v="913" actId="1076"/>
        <pc:sldMkLst>
          <pc:docMk/>
          <pc:sldMk cId="2273153651" sldId="575"/>
        </pc:sldMkLst>
        <pc:spChg chg="mod">
          <ac:chgData name="Suraj Chopade" userId="S::suraj.chopade@bostoninstituteofanalytics.org::dcc44ee8-6a65-4538-a5e1-c87e14ca7a61" providerId="AD" clId="Web-{4027DCD8-8667-B071-E4CE-FE45C0966D14}" dt="2023-10-12T11:25:52.516" v="913" actId="1076"/>
          <ac:spMkLst>
            <pc:docMk/>
            <pc:sldMk cId="2273153651" sldId="57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5:10.140" v="902" actId="1076"/>
          <ac:spMkLst>
            <pc:docMk/>
            <pc:sldMk cId="2273153651" sldId="57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8:34.476" v="931" actId="20577"/>
        <pc:sldMkLst>
          <pc:docMk/>
          <pc:sldMk cId="3396145623" sldId="576"/>
        </pc:sldMkLst>
        <pc:spChg chg="mod">
          <ac:chgData name="Suraj Chopade" userId="S::suraj.chopade@bostoninstituteofanalytics.org::dcc44ee8-6a65-4538-a5e1-c87e14ca7a61" providerId="AD" clId="Web-{4027DCD8-8667-B071-E4CE-FE45C0966D14}" dt="2023-10-12T11:28:34.476" v="931" actId="20577"/>
          <ac:spMkLst>
            <pc:docMk/>
            <pc:sldMk cId="3396145623" sldId="57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8:09.600" v="924" actId="1076"/>
          <ac:spMkLst>
            <pc:docMk/>
            <pc:sldMk cId="3396145623" sldId="57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09" v="0"/>
        <pc:sldMkLst>
          <pc:docMk/>
          <pc:sldMk cId="4057324165" sldId="57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9:33.838" v="951" actId="1076"/>
        <pc:sldMkLst>
          <pc:docMk/>
          <pc:sldMk cId="3922629199" sldId="577"/>
        </pc:sldMkLst>
        <pc:spChg chg="mod">
          <ac:chgData name="Suraj Chopade" userId="S::suraj.chopade@bostoninstituteofanalytics.org::dcc44ee8-6a65-4538-a5e1-c87e14ca7a61" providerId="AD" clId="Web-{4027DCD8-8667-B071-E4CE-FE45C0966D14}" dt="2023-10-12T11:29:33.838" v="951" actId="1076"/>
          <ac:spMkLst>
            <pc:docMk/>
            <pc:sldMk cId="3922629199" sldId="57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9:00.258" v="942" actId="20577"/>
          <ac:spMkLst>
            <pc:docMk/>
            <pc:sldMk cId="3922629199" sldId="57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4:43.616" v="979" actId="20577"/>
        <pc:sldMkLst>
          <pc:docMk/>
          <pc:sldMk cId="1668714428" sldId="578"/>
        </pc:sldMkLst>
        <pc:spChg chg="mod">
          <ac:chgData name="Suraj Chopade" userId="S::suraj.chopade@bostoninstituteofanalytics.org::dcc44ee8-6a65-4538-a5e1-c87e14ca7a61" providerId="AD" clId="Web-{4027DCD8-8667-B071-E4CE-FE45C0966D14}" dt="2023-10-12T11:34:43.616" v="979" actId="20577"/>
          <ac:spMkLst>
            <pc:docMk/>
            <pc:sldMk cId="1668714428" sldId="578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33:48.364" v="960" actId="20577"/>
          <ac:spMkLst>
            <pc:docMk/>
            <pc:sldMk cId="1668714428" sldId="57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5:21.446" v="991" actId="20577"/>
        <pc:sldMkLst>
          <pc:docMk/>
          <pc:sldMk cId="1657611968" sldId="579"/>
        </pc:sldMkLst>
        <pc:spChg chg="mod">
          <ac:chgData name="Suraj Chopade" userId="S::suraj.chopade@bostoninstituteofanalytics.org::dcc44ee8-6a65-4538-a5e1-c87e14ca7a61" providerId="AD" clId="Web-{4027DCD8-8667-B071-E4CE-FE45C0966D14}" dt="2023-10-12T11:35:21.446" v="991" actId="20577"/>
          <ac:spMkLst>
            <pc:docMk/>
            <pc:sldMk cId="1657611968" sldId="579"/>
            <ac:spMk id="3" creationId="{32F95AAB-C5B6-B581-A19A-2E82775B48CA}"/>
          </ac:spMkLst>
        </pc:spChg>
      </pc:sldChg>
      <pc:sldChg chg="modSp add ord replId modNotes">
        <pc:chgData name="Suraj Chopade" userId="S::suraj.chopade@bostoninstituteofanalytics.org::dcc44ee8-6a65-4538-a5e1-c87e14ca7a61" providerId="AD" clId="Web-{4027DCD8-8667-B071-E4CE-FE45C0966D14}" dt="2023-10-12T12:30:45.556" v="1034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27DCD8-8667-B071-E4CE-FE45C0966D14}" dt="2023-10-12T12:30:27.821" v="1032" actId="14100"/>
          <ac:spMkLst>
            <pc:docMk/>
            <pc:sldMk cId="2963322543" sldId="580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2:29:59.586" v="1011" actId="1076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29547A-CA36-608F-B543-1F7585A2DA9A}"/>
    <pc:docChg chg="modSld">
      <pc:chgData name="Suraj Chopade" userId="S::suraj.chopade@bostoninstituteofanalytics.org::dcc44ee8-6a65-4538-a5e1-c87e14ca7a61" providerId="AD" clId="Web-{A829547A-CA36-608F-B543-1F7585A2DA9A}" dt="2023-10-12T07:55:26.086" v="52"/>
      <pc:docMkLst>
        <pc:docMk/>
      </pc:docMkLst>
      <pc:sldChg chg="modSp modNotes">
        <pc:chgData name="Suraj Chopade" userId="S::suraj.chopade@bostoninstituteofanalytics.org::dcc44ee8-6a65-4538-a5e1-c87e14ca7a61" providerId="AD" clId="Web-{A829547A-CA36-608F-B543-1F7585A2DA9A}" dt="2023-10-12T07:55:26.086" v="52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A829547A-CA36-608F-B543-1F7585A2DA9A}" dt="2023-10-12T07:44:18.568" v="39" actId="14100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A829547A-CA36-608F-B543-1F7585A2DA9A}" dt="2023-10-12T07:42:58.925" v="14" actId="1076"/>
          <ac:spMkLst>
            <pc:docMk/>
            <pc:sldMk cId="3440828800" sldId="559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A829547A-CA36-608F-B543-1F7585A2DA9A}" dt="2023-10-12T07:49:55.061" v="42" actId="20577"/>
        <pc:sldMkLst>
          <pc:docMk/>
          <pc:sldMk cId="1791198341" sldId="564"/>
        </pc:sldMkLst>
        <pc:spChg chg="mod">
          <ac:chgData name="Suraj Chopade" userId="S::suraj.chopade@bostoninstituteofanalytics.org::dcc44ee8-6a65-4538-a5e1-c87e14ca7a61" providerId="AD" clId="Web-{A829547A-CA36-608F-B543-1F7585A2DA9A}" dt="2023-10-12T07:49:55.061" v="42" actId="20577"/>
          <ac:spMkLst>
            <pc:docMk/>
            <pc:sldMk cId="1791198341" sldId="564"/>
            <ac:spMk id="3" creationId="{6B16CB89-6A4A-EB45-8DF4-5B44A8612803}"/>
          </ac:spMkLst>
        </pc:spChg>
      </pc:sldChg>
      <pc:sldChg chg="addSp delSp modSp">
        <pc:chgData name="Suraj Chopade" userId="S::suraj.chopade@bostoninstituteofanalytics.org::dcc44ee8-6a65-4538-a5e1-c87e14ca7a61" providerId="AD" clId="Web-{A829547A-CA36-608F-B543-1F7585A2DA9A}" dt="2023-10-12T07:52:45.660" v="49" actId="1076"/>
        <pc:sldMkLst>
          <pc:docMk/>
          <pc:sldMk cId="3879932270" sldId="567"/>
        </pc:sldMkLst>
        <pc:picChg chg="del">
          <ac:chgData name="Suraj Chopade" userId="S::suraj.chopade@bostoninstituteofanalytics.org::dcc44ee8-6a65-4538-a5e1-c87e14ca7a61" providerId="AD" clId="Web-{A829547A-CA36-608F-B543-1F7585A2DA9A}" dt="2023-10-12T07:52:26.159" v="43"/>
          <ac:picMkLst>
            <pc:docMk/>
            <pc:sldMk cId="3879932270" sldId="567"/>
            <ac:picMk id="2" creationId="{F6E9FFCE-D7C0-21FD-4DA0-729CF0696C11}"/>
          </ac:picMkLst>
        </pc:picChg>
        <pc:picChg chg="add mod">
          <ac:chgData name="Suraj Chopade" userId="S::suraj.chopade@bostoninstituteofanalytics.org::dcc44ee8-6a65-4538-a5e1-c87e14ca7a61" providerId="AD" clId="Web-{A829547A-CA36-608F-B543-1F7585A2DA9A}" dt="2023-10-12T07:52:45.660" v="49" actId="1076"/>
          <ac:picMkLst>
            <pc:docMk/>
            <pc:sldMk cId="3879932270" sldId="567"/>
            <ac:picMk id="3" creationId="{830FE878-8433-5EAE-E939-2CF6AEADC0D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FCA4A52-DF85-0B83-19C8-CC0AA2373ED8}"/>
    <pc:docChg chg="addSld delSld modSld">
      <pc:chgData name="Suraj Chopade" userId="S::suraj.chopade@bostoninstituteofanalytics.org::dcc44ee8-6a65-4538-a5e1-c87e14ca7a61" providerId="AD" clId="Web-{9FCA4A52-DF85-0B83-19C8-CC0AA2373ED8}" dt="2023-11-01T10:41:39.309" v="124" actId="20577"/>
      <pc:docMkLst>
        <pc:docMk/>
      </pc:docMkLst>
      <pc:sldChg chg="modSp">
        <pc:chgData name="Suraj Chopade" userId="S::suraj.chopade@bostoninstituteofanalytics.org::dcc44ee8-6a65-4538-a5e1-c87e14ca7a61" providerId="AD" clId="Web-{9FCA4A52-DF85-0B83-19C8-CC0AA2373ED8}" dt="2023-11-01T10:26:02.240" v="96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9FCA4A52-DF85-0B83-19C8-CC0AA2373ED8}" dt="2023-11-01T10:26:02.240" v="96" actId="20577"/>
          <ac:spMkLst>
            <pc:docMk/>
            <pc:sldMk cId="778114113" sldId="560"/>
            <ac:spMk id="2" creationId="{E401CF50-7ED4-E6A1-4F40-048F35EC4155}"/>
          </ac:spMkLst>
        </pc:spChg>
      </pc:sldChg>
      <pc:sldChg chg="modSp">
        <pc:chgData name="Suraj Chopade" userId="S::suraj.chopade@bostoninstituteofanalytics.org::dcc44ee8-6a65-4538-a5e1-c87e14ca7a61" providerId="AD" clId="Web-{9FCA4A52-DF85-0B83-19C8-CC0AA2373ED8}" dt="2023-11-01T10:08:48.589" v="18" actId="20577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9FCA4A52-DF85-0B83-19C8-CC0AA2373ED8}" dt="2023-11-01T10:08:48.589" v="18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9FCA4A52-DF85-0B83-19C8-CC0AA2373ED8}" dt="2023-11-01T10:08:26.744" v="11" actId="20577"/>
          <ac:spMkLst>
            <pc:docMk/>
            <pc:sldMk cId="503230349" sldId="585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9FCA4A52-DF85-0B83-19C8-CC0AA2373ED8}" dt="2023-11-01T10:28:08.480" v="110" actId="20577"/>
        <pc:sldMkLst>
          <pc:docMk/>
          <pc:sldMk cId="3190617462" sldId="603"/>
        </pc:sldMkLst>
        <pc:spChg chg="mod">
          <ac:chgData name="Suraj Chopade" userId="S::suraj.chopade@bostoninstituteofanalytics.org::dcc44ee8-6a65-4538-a5e1-c87e14ca7a61" providerId="AD" clId="Web-{9FCA4A52-DF85-0B83-19C8-CC0AA2373ED8}" dt="2023-11-01T10:28:08.480" v="110" actId="20577"/>
          <ac:spMkLst>
            <pc:docMk/>
            <pc:sldMk cId="3190617462" sldId="603"/>
            <ac:spMk id="2" creationId="{E401CF50-7ED4-E6A1-4F40-048F35EC4155}"/>
          </ac:spMkLst>
        </pc:spChg>
      </pc:sldChg>
      <pc:sldChg chg="modSp">
        <pc:chgData name="Suraj Chopade" userId="S::suraj.chopade@bostoninstituteofanalytics.org::dcc44ee8-6a65-4538-a5e1-c87e14ca7a61" providerId="AD" clId="Web-{9FCA4A52-DF85-0B83-19C8-CC0AA2373ED8}" dt="2023-11-01T10:21:55.777" v="60" actId="20577"/>
        <pc:sldMkLst>
          <pc:docMk/>
          <pc:sldMk cId="4021404476" sldId="605"/>
        </pc:sldMkLst>
        <pc:spChg chg="mod">
          <ac:chgData name="Suraj Chopade" userId="S::suraj.chopade@bostoninstituteofanalytics.org::dcc44ee8-6a65-4538-a5e1-c87e14ca7a61" providerId="AD" clId="Web-{9FCA4A52-DF85-0B83-19C8-CC0AA2373ED8}" dt="2023-11-01T10:21:55.777" v="60" actId="20577"/>
          <ac:spMkLst>
            <pc:docMk/>
            <pc:sldMk cId="4021404476" sldId="605"/>
            <ac:spMk id="2" creationId="{E401CF50-7ED4-E6A1-4F40-048F35EC4155}"/>
          </ac:spMkLst>
        </pc:spChg>
      </pc:sldChg>
      <pc:sldChg chg="modSp">
        <pc:chgData name="Suraj Chopade" userId="S::suraj.chopade@bostoninstituteofanalytics.org::dcc44ee8-6a65-4538-a5e1-c87e14ca7a61" providerId="AD" clId="Web-{9FCA4A52-DF85-0B83-19C8-CC0AA2373ED8}" dt="2023-11-01T10:12:47.458" v="28" actId="20577"/>
        <pc:sldMkLst>
          <pc:docMk/>
          <pc:sldMk cId="849724473" sldId="607"/>
        </pc:sldMkLst>
        <pc:spChg chg="mod">
          <ac:chgData name="Suraj Chopade" userId="S::suraj.chopade@bostoninstituteofanalytics.org::dcc44ee8-6a65-4538-a5e1-c87e14ca7a61" providerId="AD" clId="Web-{9FCA4A52-DF85-0B83-19C8-CC0AA2373ED8}" dt="2023-11-01T10:12:47.458" v="28" actId="20577"/>
          <ac:spMkLst>
            <pc:docMk/>
            <pc:sldMk cId="849724473" sldId="607"/>
            <ac:spMk id="2" creationId="{E401CF50-7ED4-E6A1-4F40-048F35EC4155}"/>
          </ac:spMkLst>
        </pc:spChg>
      </pc:sldChg>
      <pc:sldChg chg="modSp">
        <pc:chgData name="Suraj Chopade" userId="S::suraj.chopade@bostoninstituteofanalytics.org::dcc44ee8-6a65-4538-a5e1-c87e14ca7a61" providerId="AD" clId="Web-{9FCA4A52-DF85-0B83-19C8-CC0AA2373ED8}" dt="2023-11-01T10:32:45.147" v="119" actId="20577"/>
        <pc:sldMkLst>
          <pc:docMk/>
          <pc:sldMk cId="3011757735" sldId="609"/>
        </pc:sldMkLst>
        <pc:spChg chg="mod">
          <ac:chgData name="Suraj Chopade" userId="S::suraj.chopade@bostoninstituteofanalytics.org::dcc44ee8-6a65-4538-a5e1-c87e14ca7a61" providerId="AD" clId="Web-{9FCA4A52-DF85-0B83-19C8-CC0AA2373ED8}" dt="2023-11-01T10:32:45.147" v="119" actId="20577"/>
          <ac:spMkLst>
            <pc:docMk/>
            <pc:sldMk cId="3011757735" sldId="609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9FCA4A52-DF85-0B83-19C8-CC0AA2373ED8}" dt="2023-11-01T10:14:14.071" v="38"/>
        <pc:sldMkLst>
          <pc:docMk/>
          <pc:sldMk cId="1014715948" sldId="610"/>
        </pc:sldMkLst>
      </pc:sldChg>
      <pc:sldChg chg="del">
        <pc:chgData name="Suraj Chopade" userId="S::suraj.chopade@bostoninstituteofanalytics.org::dcc44ee8-6a65-4538-a5e1-c87e14ca7a61" providerId="AD" clId="Web-{9FCA4A52-DF85-0B83-19C8-CC0AA2373ED8}" dt="2023-11-01T10:14:57.604" v="40"/>
        <pc:sldMkLst>
          <pc:docMk/>
          <pc:sldMk cId="1085873787" sldId="612"/>
        </pc:sldMkLst>
      </pc:sldChg>
      <pc:sldChg chg="del">
        <pc:chgData name="Suraj Chopade" userId="S::suraj.chopade@bostoninstituteofanalytics.org::dcc44ee8-6a65-4538-a5e1-c87e14ca7a61" providerId="AD" clId="Web-{9FCA4A52-DF85-0B83-19C8-CC0AA2373ED8}" dt="2023-11-01T10:14:57.604" v="39"/>
        <pc:sldMkLst>
          <pc:docMk/>
          <pc:sldMk cId="1625210794" sldId="614"/>
        </pc:sldMkLst>
      </pc:sldChg>
      <pc:sldChg chg="addSp delSp modSp add replId">
        <pc:chgData name="Suraj Chopade" userId="S::suraj.chopade@bostoninstituteofanalytics.org::dcc44ee8-6a65-4538-a5e1-c87e14ca7a61" providerId="AD" clId="Web-{9FCA4A52-DF85-0B83-19C8-CC0AA2373ED8}" dt="2023-11-01T10:13:20.491" v="36" actId="1076"/>
        <pc:sldMkLst>
          <pc:docMk/>
          <pc:sldMk cId="3213778932" sldId="618"/>
        </pc:sldMkLst>
        <pc:spChg chg="del">
          <ac:chgData name="Suraj Chopade" userId="S::suraj.chopade@bostoninstituteofanalytics.org::dcc44ee8-6a65-4538-a5e1-c87e14ca7a61" providerId="AD" clId="Web-{9FCA4A52-DF85-0B83-19C8-CC0AA2373ED8}" dt="2023-11-01T10:13:04.381" v="30"/>
          <ac:spMkLst>
            <pc:docMk/>
            <pc:sldMk cId="3213778932" sldId="618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9FCA4A52-DF85-0B83-19C8-CC0AA2373ED8}" dt="2023-11-01T10:13:20.491" v="36" actId="1076"/>
          <ac:picMkLst>
            <pc:docMk/>
            <pc:sldMk cId="3213778932" sldId="618"/>
            <ac:picMk id="3" creationId="{588EC7B6-7B6C-FEE7-36F0-43CEC81AD418}"/>
          </ac:picMkLst>
        </pc:picChg>
      </pc:sldChg>
      <pc:sldChg chg="add">
        <pc:chgData name="Suraj Chopade" userId="S::suraj.chopade@bostoninstituteofanalytics.org::dcc44ee8-6a65-4538-a5e1-c87e14ca7a61" providerId="AD" clId="Web-{9FCA4A52-DF85-0B83-19C8-CC0AA2373ED8}" dt="2023-11-01T10:15:14.620" v="41"/>
        <pc:sldMkLst>
          <pc:docMk/>
          <pc:sldMk cId="3868895946" sldId="619"/>
        </pc:sldMkLst>
      </pc:sldChg>
      <pc:sldChg chg="add">
        <pc:chgData name="Suraj Chopade" userId="S::suraj.chopade@bostoninstituteofanalytics.org::dcc44ee8-6a65-4538-a5e1-c87e14ca7a61" providerId="AD" clId="Web-{9FCA4A52-DF85-0B83-19C8-CC0AA2373ED8}" dt="2023-11-01T10:15:14.698" v="42"/>
        <pc:sldMkLst>
          <pc:docMk/>
          <pc:sldMk cId="4031145039" sldId="620"/>
        </pc:sldMkLst>
      </pc:sldChg>
      <pc:sldChg chg="add">
        <pc:chgData name="Suraj Chopade" userId="S::suraj.chopade@bostoninstituteofanalytics.org::dcc44ee8-6a65-4538-a5e1-c87e14ca7a61" providerId="AD" clId="Web-{9FCA4A52-DF85-0B83-19C8-CC0AA2373ED8}" dt="2023-11-01T10:15:14.823" v="43"/>
        <pc:sldMkLst>
          <pc:docMk/>
          <pc:sldMk cId="1732800251" sldId="621"/>
        </pc:sldMkLst>
      </pc:sldChg>
      <pc:sldChg chg="add">
        <pc:chgData name="Suraj Chopade" userId="S::suraj.chopade@bostoninstituteofanalytics.org::dcc44ee8-6a65-4538-a5e1-c87e14ca7a61" providerId="AD" clId="Web-{9FCA4A52-DF85-0B83-19C8-CC0AA2373ED8}" dt="2023-11-01T10:15:14.933" v="44"/>
        <pc:sldMkLst>
          <pc:docMk/>
          <pc:sldMk cId="550353428" sldId="622"/>
        </pc:sldMkLst>
      </pc:sldChg>
      <pc:sldChg chg="add">
        <pc:chgData name="Suraj Chopade" userId="S::suraj.chopade@bostoninstituteofanalytics.org::dcc44ee8-6a65-4538-a5e1-c87e14ca7a61" providerId="AD" clId="Web-{9FCA4A52-DF85-0B83-19C8-CC0AA2373ED8}" dt="2023-11-01T10:15:15.198" v="45"/>
        <pc:sldMkLst>
          <pc:docMk/>
          <pc:sldMk cId="2607223683" sldId="623"/>
        </pc:sldMkLst>
      </pc:sldChg>
      <pc:sldChg chg="add">
        <pc:chgData name="Suraj Chopade" userId="S::suraj.chopade@bostoninstituteofanalytics.org::dcc44ee8-6a65-4538-a5e1-c87e14ca7a61" providerId="AD" clId="Web-{9FCA4A52-DF85-0B83-19C8-CC0AA2373ED8}" dt="2023-11-01T10:15:15.308" v="46"/>
        <pc:sldMkLst>
          <pc:docMk/>
          <pc:sldMk cId="17926625" sldId="624"/>
        </pc:sldMkLst>
      </pc:sldChg>
      <pc:sldChg chg="add">
        <pc:chgData name="Suraj Chopade" userId="S::suraj.chopade@bostoninstituteofanalytics.org::dcc44ee8-6a65-4538-a5e1-c87e14ca7a61" providerId="AD" clId="Web-{9FCA4A52-DF85-0B83-19C8-CC0AA2373ED8}" dt="2023-11-01T10:15:15.433" v="47"/>
        <pc:sldMkLst>
          <pc:docMk/>
          <pc:sldMk cId="1172506802" sldId="625"/>
        </pc:sldMkLst>
      </pc:sldChg>
      <pc:sldChg chg="modSp add">
        <pc:chgData name="Suraj Chopade" userId="S::suraj.chopade@bostoninstituteofanalytics.org::dcc44ee8-6a65-4538-a5e1-c87e14ca7a61" providerId="AD" clId="Web-{9FCA4A52-DF85-0B83-19C8-CC0AA2373ED8}" dt="2023-11-01T10:41:39.309" v="124" actId="20577"/>
        <pc:sldMkLst>
          <pc:docMk/>
          <pc:sldMk cId="2513960820" sldId="626"/>
        </pc:sldMkLst>
        <pc:spChg chg="mod">
          <ac:chgData name="Suraj Chopade" userId="S::suraj.chopade@bostoninstituteofanalytics.org::dcc44ee8-6a65-4538-a5e1-c87e14ca7a61" providerId="AD" clId="Web-{9FCA4A52-DF85-0B83-19C8-CC0AA2373ED8}" dt="2023-11-01T10:41:39.309" v="124" actId="20577"/>
          <ac:spMkLst>
            <pc:docMk/>
            <pc:sldMk cId="2513960820" sldId="626"/>
            <ac:spMk id="4" creationId="{90737A08-D137-FB38-9F03-F4B79E763FA7}"/>
          </ac:spMkLst>
        </pc:spChg>
      </pc:sldChg>
      <pc:sldChg chg="add">
        <pc:chgData name="Suraj Chopade" userId="S::suraj.chopade@bostoninstituteofanalytics.org::dcc44ee8-6a65-4538-a5e1-c87e14ca7a61" providerId="AD" clId="Web-{9FCA4A52-DF85-0B83-19C8-CC0AA2373ED8}" dt="2023-11-01T10:22:47.014" v="73"/>
        <pc:sldMkLst>
          <pc:docMk/>
          <pc:sldMk cId="3072865209" sldId="627"/>
        </pc:sldMkLst>
      </pc:sldChg>
      <pc:sldChg chg="add">
        <pc:chgData name="Suraj Chopade" userId="S::suraj.chopade@bostoninstituteofanalytics.org::dcc44ee8-6a65-4538-a5e1-c87e14ca7a61" providerId="AD" clId="Web-{9FCA4A52-DF85-0B83-19C8-CC0AA2373ED8}" dt="2023-11-01T10:22:47.170" v="74"/>
        <pc:sldMkLst>
          <pc:docMk/>
          <pc:sldMk cId="617724507" sldId="628"/>
        </pc:sldMkLst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212703A0-1CB7-AD27-D72E-54270430733B}"/>
    <pc:docChg chg="addSld delSld modSld">
      <pc:chgData name="Suraj Chopade" userId="S::suraj.chopade@bostoninstituteofanalytics.org::dcc44ee8-6a65-4538-a5e1-c87e14ca7a61" providerId="AD" clId="Web-{212703A0-1CB7-AD27-D72E-54270430733B}" dt="2023-10-12T07:09:37.204" v="425" actId="1076"/>
      <pc:docMkLst>
        <pc:docMk/>
      </pc:docMkLst>
      <pc:sldChg chg="modSp">
        <pc:chgData name="Suraj Chopade" userId="S::suraj.chopade@bostoninstituteofanalytics.org::dcc44ee8-6a65-4538-a5e1-c87e14ca7a61" providerId="AD" clId="Web-{212703A0-1CB7-AD27-D72E-54270430733B}" dt="2023-10-12T05:47:48.417" v="14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212703A0-1CB7-AD27-D72E-54270430733B}" dt="2023-10-12T05:47:48.417" v="14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9"/>
        <pc:sldMkLst>
          <pc:docMk/>
          <pc:sldMk cId="3080017173" sldId="51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6"/>
        <pc:sldMkLst>
          <pc:docMk/>
          <pc:sldMk cId="962054905" sldId="54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8"/>
        <pc:sldMkLst>
          <pc:docMk/>
          <pc:sldMk cId="3308570739" sldId="54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7"/>
        <pc:sldMkLst>
          <pc:docMk/>
          <pc:sldMk cId="174547270" sldId="54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4"/>
        <pc:sldMkLst>
          <pc:docMk/>
          <pc:sldMk cId="2158419863" sldId="548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5"/>
        <pc:sldMkLst>
          <pc:docMk/>
          <pc:sldMk cId="610857851" sldId="549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3"/>
        <pc:sldMkLst>
          <pc:docMk/>
          <pc:sldMk cId="234814346" sldId="550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2"/>
        <pc:sldMkLst>
          <pc:docMk/>
          <pc:sldMk cId="3668801380" sldId="551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1"/>
        <pc:sldMkLst>
          <pc:docMk/>
          <pc:sldMk cId="3755880105" sldId="552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0"/>
        <pc:sldMkLst>
          <pc:docMk/>
          <pc:sldMk cId="2458439909" sldId="55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9"/>
        <pc:sldMkLst>
          <pc:docMk/>
          <pc:sldMk cId="2339548631" sldId="554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8"/>
        <pc:sldMkLst>
          <pc:docMk/>
          <pc:sldMk cId="2933442064" sldId="55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7"/>
        <pc:sldMkLst>
          <pc:docMk/>
          <pc:sldMk cId="3236210545" sldId="55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6"/>
        <pc:sldMkLst>
          <pc:docMk/>
          <pc:sldMk cId="2529372087" sldId="55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5"/>
        <pc:sldMkLst>
          <pc:docMk/>
          <pc:sldMk cId="2041959882" sldId="558"/>
        </pc:sldMkLst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5:57:28.198" v="59" actId="20577"/>
        <pc:sldMkLst>
          <pc:docMk/>
          <pc:sldMk cId="1580819257" sldId="56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5:57:28.198" v="59" actId="20577"/>
          <ac:spMkLst>
            <pc:docMk/>
            <pc:sldMk cId="1580819257" sldId="560"/>
            <ac:spMk id="2" creationId="{2D8B7DE6-EB6B-A302-ADB1-69FD37D4968F}"/>
          </ac:spMkLst>
        </pc:spChg>
        <pc:spChg chg="del">
          <ac:chgData name="Suraj Chopade" userId="S::suraj.chopade@bostoninstituteofanalytics.org::dcc44ee8-6a65-4538-a5e1-c87e14ca7a61" providerId="AD" clId="Web-{212703A0-1CB7-AD27-D72E-54270430733B}" dt="2023-10-12T05:56:10.461" v="37"/>
          <ac:spMkLst>
            <pc:docMk/>
            <pc:sldMk cId="1580819257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5:55:56.039" v="36" actId="1076"/>
          <ac:spMkLst>
            <pc:docMk/>
            <pc:sldMk cId="1580819257" sldId="56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0:36.843" v="84" actId="1076"/>
        <pc:sldMkLst>
          <pc:docMk/>
          <pc:sldMk cId="1408695827" sldId="561"/>
        </pc:sldMkLst>
        <pc:spChg chg="mod">
          <ac:chgData name="Suraj Chopade" userId="S::suraj.chopade@bostoninstituteofanalytics.org::dcc44ee8-6a65-4538-a5e1-c87e14ca7a61" providerId="AD" clId="Web-{212703A0-1CB7-AD27-D72E-54270430733B}" dt="2023-10-12T06:00:24.640" v="83" actId="20577"/>
          <ac:spMkLst>
            <pc:docMk/>
            <pc:sldMk cId="1408695827" sldId="561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0:36.843" v="84" actId="1076"/>
          <ac:spMkLst>
            <pc:docMk/>
            <pc:sldMk cId="1408695827" sldId="56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3:11.316" v="117" actId="20577"/>
        <pc:sldMkLst>
          <pc:docMk/>
          <pc:sldMk cId="1754193795" sldId="562"/>
        </pc:sldMkLst>
        <pc:spChg chg="mod">
          <ac:chgData name="Suraj Chopade" userId="S::suraj.chopade@bostoninstituteofanalytics.org::dcc44ee8-6a65-4538-a5e1-c87e14ca7a61" providerId="AD" clId="Web-{212703A0-1CB7-AD27-D72E-54270430733B}" dt="2023-10-12T06:03:11.316" v="117" actId="20577"/>
          <ac:spMkLst>
            <pc:docMk/>
            <pc:sldMk cId="1754193795" sldId="562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2:34.143" v="102" actId="1076"/>
          <ac:spMkLst>
            <pc:docMk/>
            <pc:sldMk cId="1754193795" sldId="562"/>
            <ac:spMk id="9" creationId="{2FDADD92-4E39-7713-520E-D88B1D53A255}"/>
          </ac:spMkLst>
        </pc:spChg>
      </pc:sldChg>
      <pc:sldChg chg="delSp modSp add">
        <pc:chgData name="Suraj Chopade" userId="S::suraj.chopade@bostoninstituteofanalytics.org::dcc44ee8-6a65-4538-a5e1-c87e14ca7a61" providerId="AD" clId="Web-{212703A0-1CB7-AD27-D72E-54270430733B}" dt="2023-10-12T06:04:51.709" v="133" actId="1076"/>
        <pc:sldMkLst>
          <pc:docMk/>
          <pc:sldMk cId="3603954413" sldId="563"/>
        </pc:sldMkLst>
        <pc:spChg chg="del">
          <ac:chgData name="Suraj Chopade" userId="S::suraj.chopade@bostoninstituteofanalytics.org::dcc44ee8-6a65-4538-a5e1-c87e14ca7a61" providerId="AD" clId="Web-{212703A0-1CB7-AD27-D72E-54270430733B}" dt="2023-10-12T06:04:36.397" v="130"/>
          <ac:spMkLst>
            <pc:docMk/>
            <pc:sldMk cId="3603954413" sldId="563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4:51.709" v="133" actId="1076"/>
          <ac:spMkLst>
            <pc:docMk/>
            <pc:sldMk cId="3603954413" sldId="56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8:00.355" v="163" actId="20577"/>
        <pc:sldMkLst>
          <pc:docMk/>
          <pc:sldMk cId="1791198341" sldId="564"/>
        </pc:sldMkLst>
        <pc:spChg chg="del">
          <ac:chgData name="Suraj Chopade" userId="S::suraj.chopade@bostoninstituteofanalytics.org::dcc44ee8-6a65-4538-a5e1-c87e14ca7a61" providerId="AD" clId="Web-{212703A0-1CB7-AD27-D72E-54270430733B}" dt="2023-10-12T06:06:29.431" v="143"/>
          <ac:spMkLst>
            <pc:docMk/>
            <pc:sldMk cId="1791198341" sldId="564"/>
            <ac:spMk id="2" creationId="{2D8B7DE6-EB6B-A302-ADB1-69FD37D4968F}"/>
          </ac:spMkLst>
        </pc:spChg>
        <pc:spChg chg="add mod">
          <ac:chgData name="Suraj Chopade" userId="S::suraj.chopade@bostoninstituteofanalytics.org::dcc44ee8-6a65-4538-a5e1-c87e14ca7a61" providerId="AD" clId="Web-{212703A0-1CB7-AD27-D72E-54270430733B}" dt="2023-10-12T06:08:00.355" v="163" actId="20577"/>
          <ac:spMkLst>
            <pc:docMk/>
            <pc:sldMk cId="1791198341" sldId="564"/>
            <ac:spMk id="3" creationId="{6B16CB89-6A4A-EB45-8DF4-5B44A8612803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6:05.211" v="142" actId="1076"/>
          <ac:spMkLst>
            <pc:docMk/>
            <pc:sldMk cId="179119834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9:34.342" v="172" actId="1076"/>
        <pc:sldMkLst>
          <pc:docMk/>
          <pc:sldMk cId="3985461212" sldId="565"/>
        </pc:sldMkLst>
        <pc:spChg chg="del">
          <ac:chgData name="Suraj Chopade" userId="S::suraj.chopade@bostoninstituteofanalytics.org::dcc44ee8-6a65-4538-a5e1-c87e14ca7a61" providerId="AD" clId="Web-{212703A0-1CB7-AD27-D72E-54270430733B}" dt="2023-10-12T06:08:36.840" v="165"/>
          <ac:spMkLst>
            <pc:docMk/>
            <pc:sldMk cId="3985461212" sldId="565"/>
            <ac:spMk id="3" creationId="{6B16CB89-6A4A-EB45-8DF4-5B44A8612803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09:34.342" v="172" actId="1076"/>
          <ac:picMkLst>
            <pc:docMk/>
            <pc:sldMk cId="3985461212" sldId="565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1:35.564" v="192" actId="1076"/>
        <pc:sldMkLst>
          <pc:docMk/>
          <pc:sldMk cId="2832941956" sldId="566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1:22.532" v="186" actId="1076"/>
          <ac:spMkLst>
            <pc:docMk/>
            <pc:sldMk cId="2832941956" sldId="566"/>
            <ac:spMk id="3" creationId="{10BF853F-6D34-61C1-9565-98FBD8D328F2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1:35.564" v="192" actId="1076"/>
          <ac:spMkLst>
            <pc:docMk/>
            <pc:sldMk cId="2832941956" sldId="56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0:44.328" v="174"/>
          <ac:picMkLst>
            <pc:docMk/>
            <pc:sldMk cId="2832941956" sldId="566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4:04.271" v="198" actId="1076"/>
        <pc:sldMkLst>
          <pc:docMk/>
          <pc:sldMk cId="3879932270" sldId="567"/>
        </pc:sldMkLst>
        <pc:spChg chg="del">
          <ac:chgData name="Suraj Chopade" userId="S::suraj.chopade@bostoninstituteofanalytics.org::dcc44ee8-6a65-4538-a5e1-c87e14ca7a61" providerId="AD" clId="Web-{212703A0-1CB7-AD27-D72E-54270430733B}" dt="2023-10-12T06:11:53.346" v="194"/>
          <ac:spMkLst>
            <pc:docMk/>
            <pc:sldMk cId="3879932270" sldId="567"/>
            <ac:spMk id="3" creationId="{10BF853F-6D34-61C1-9565-98FBD8D328F2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14:04.271" v="198" actId="1076"/>
          <ac:picMkLst>
            <pc:docMk/>
            <pc:sldMk cId="3879932270" sldId="567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5:55.540" v="219" actId="20577"/>
        <pc:sldMkLst>
          <pc:docMk/>
          <pc:sldMk cId="3435741009" sldId="568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5:55.540" v="219" actId="20577"/>
          <ac:spMkLst>
            <pc:docMk/>
            <pc:sldMk cId="3435741009" sldId="568"/>
            <ac:spMk id="3" creationId="{A5729C19-44AB-F82D-4D1D-65370F203D80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4:46.600" v="204" actId="20577"/>
          <ac:spMkLst>
            <pc:docMk/>
            <pc:sldMk cId="3435741009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4:09.537" v="200"/>
          <ac:picMkLst>
            <pc:docMk/>
            <pc:sldMk cId="3435741009" sldId="568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20:00.265" v="231" actId="1076"/>
        <pc:sldMkLst>
          <pc:docMk/>
          <pc:sldMk cId="3503457806" sldId="569"/>
        </pc:sldMkLst>
        <pc:spChg chg="del">
          <ac:chgData name="Suraj Chopade" userId="S::suraj.chopade@bostoninstituteofanalytics.org::dcc44ee8-6a65-4538-a5e1-c87e14ca7a61" providerId="AD" clId="Web-{212703A0-1CB7-AD27-D72E-54270430733B}" dt="2023-10-12T06:16:06.118" v="221"/>
          <ac:spMkLst>
            <pc:docMk/>
            <pc:sldMk cId="3503457806" sldId="569"/>
            <ac:spMk id="3" creationId="{A5729C19-44AB-F82D-4D1D-65370F203D80}"/>
          </ac:spMkLst>
        </pc:spChg>
        <pc:picChg chg="add mod modCrop">
          <ac:chgData name="Suraj Chopade" userId="S::suraj.chopade@bostoninstituteofanalytics.org::dcc44ee8-6a65-4538-a5e1-c87e14ca7a61" providerId="AD" clId="Web-{212703A0-1CB7-AD27-D72E-54270430733B}" dt="2023-10-12T06:20:00.265" v="231" actId="1076"/>
          <ac:picMkLst>
            <pc:docMk/>
            <pc:sldMk cId="3503457806" sldId="569"/>
            <ac:picMk id="2" creationId="{2FD82F49-1E37-3879-E584-E6AEDDC560D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44:25.204" v="264" actId="1076"/>
        <pc:sldMkLst>
          <pc:docMk/>
          <pc:sldMk cId="1307903741" sldId="57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44:25.204" v="264" actId="1076"/>
          <ac:spMkLst>
            <pc:docMk/>
            <pc:sldMk cId="1307903741" sldId="570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3:35.281" v="242" actId="1076"/>
          <ac:spMkLst>
            <pc:docMk/>
            <pc:sldMk cId="1307903741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43:36.297" v="243"/>
          <ac:picMkLst>
            <pc:docMk/>
            <pc:sldMk cId="1307903741" sldId="570"/>
            <ac:picMk id="2" creationId="{2FD82F49-1E37-3879-E584-E6AEDDC560DC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47:30.710" v="294" actId="1076"/>
        <pc:sldMkLst>
          <pc:docMk/>
          <pc:sldMk cId="4239206588" sldId="571"/>
        </pc:sldMkLst>
        <pc:spChg chg="mod">
          <ac:chgData name="Suraj Chopade" userId="S::suraj.chopade@bostoninstituteofanalytics.org::dcc44ee8-6a65-4538-a5e1-c87e14ca7a61" providerId="AD" clId="Web-{212703A0-1CB7-AD27-D72E-54270430733B}" dt="2023-10-12T06:47:30.710" v="294" actId="1076"/>
          <ac:spMkLst>
            <pc:docMk/>
            <pc:sldMk cId="4239206588" sldId="571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7:28.304" v="293" actId="1076"/>
          <ac:spMkLst>
            <pc:docMk/>
            <pc:sldMk cId="4239206588" sldId="5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12703A0-1CB7-AD27-D72E-54270430733B}" dt="2023-10-12T07:02:35.488" v="330" actId="20577"/>
        <pc:sldMkLst>
          <pc:docMk/>
          <pc:sldMk cId="2078080951" sldId="572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2:35.488" v="330" actId="20577"/>
          <ac:spMkLst>
            <pc:docMk/>
            <pc:sldMk cId="2078080951" sldId="572"/>
            <ac:spMk id="2" creationId="{518E7017-8B2D-6016-5034-61700089806D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9:20.635" v="313" actId="20577"/>
          <ac:spMkLst>
            <pc:docMk/>
            <pc:sldMk cId="2078080951" sldId="572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8:51.822" v="304" actId="1076"/>
          <ac:spMkLst>
            <pc:docMk/>
            <pc:sldMk cId="2078080951" sldId="57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0:42.703" v="322" actId="1076"/>
        <pc:sldMkLst>
          <pc:docMk/>
          <pc:sldMk cId="2127889081" sldId="573"/>
        </pc:sldMkLst>
        <pc:spChg chg="del">
          <ac:chgData name="Suraj Chopade" userId="S::suraj.chopade@bostoninstituteofanalytics.org::dcc44ee8-6a65-4538-a5e1-c87e14ca7a61" providerId="AD" clId="Web-{212703A0-1CB7-AD27-D72E-54270430733B}" dt="2023-10-12T07:00:11.687" v="315"/>
          <ac:spMkLst>
            <pc:docMk/>
            <pc:sldMk cId="2127889081" sldId="573"/>
            <ac:spMk id="3" creationId="{0204CC97-F110-4B75-A15A-C195975E476E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7:00:42.703" v="322" actId="1076"/>
          <ac:picMkLst>
            <pc:docMk/>
            <pc:sldMk cId="2127889081" sldId="573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5:41.306" v="393" actId="14100"/>
        <pc:sldMkLst>
          <pc:docMk/>
          <pc:sldMk cId="3875578147" sldId="574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5:41.306" v="393" actId="14100"/>
          <ac:spMkLst>
            <pc:docMk/>
            <pc:sldMk cId="3875578147" sldId="574"/>
            <ac:spMk id="3" creationId="{8634036D-253A-9051-4A83-E0262D550B6A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7:03:25.630" v="343" actId="1076"/>
          <ac:spMkLst>
            <pc:docMk/>
            <pc:sldMk cId="3875578147" sldId="57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7:01:52.377" v="324"/>
          <ac:picMkLst>
            <pc:docMk/>
            <pc:sldMk cId="3875578147" sldId="574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8:51.172" v="415" actId="1076"/>
        <pc:sldMkLst>
          <pc:docMk/>
          <pc:sldMk cId="1868995900" sldId="575"/>
        </pc:sldMkLst>
        <pc:spChg chg="del">
          <ac:chgData name="Suraj Chopade" userId="S::suraj.chopade@bostoninstituteofanalytics.org::dcc44ee8-6a65-4538-a5e1-c87e14ca7a61" providerId="AD" clId="Web-{212703A0-1CB7-AD27-D72E-54270430733B}" dt="2023-10-12T07:06:21.933" v="395"/>
          <ac:spMkLst>
            <pc:docMk/>
            <pc:sldMk cId="1868995900" sldId="575"/>
            <ac:spMk id="3" creationId="{8634036D-253A-9051-4A83-E0262D550B6A}"/>
          </ac:spMkLst>
        </pc:spChg>
        <pc:picChg chg="add del mod">
          <ac:chgData name="Suraj Chopade" userId="S::suraj.chopade@bostoninstituteofanalytics.org::dcc44ee8-6a65-4538-a5e1-c87e14ca7a61" providerId="AD" clId="Web-{212703A0-1CB7-AD27-D72E-54270430733B}" dt="2023-10-12T07:08:04.451" v="408"/>
          <ac:picMkLst>
            <pc:docMk/>
            <pc:sldMk cId="1868995900" sldId="575"/>
            <ac:picMk id="2" creationId="{01F4D90E-AFB4-4716-758D-7F32756F8BB3}"/>
          </ac:picMkLst>
        </pc:picChg>
        <pc:picChg chg="add mod">
          <ac:chgData name="Suraj Chopade" userId="S::suraj.chopade@bostoninstituteofanalytics.org::dcc44ee8-6a65-4538-a5e1-c87e14ca7a61" providerId="AD" clId="Web-{212703A0-1CB7-AD27-D72E-54270430733B}" dt="2023-10-12T07:08:51.172" v="415" actId="1076"/>
          <ac:picMkLst>
            <pc:docMk/>
            <pc:sldMk cId="1868995900" sldId="575"/>
            <ac:picMk id="4" creationId="{BAC625AD-5F4C-5EDB-4B16-DBC349096039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7:09:37.204" v="425" actId="1076"/>
        <pc:sldMkLst>
          <pc:docMk/>
          <pc:sldMk cId="4057324165" sldId="576"/>
        </pc:sldMkLst>
        <pc:spChg chg="mod">
          <ac:chgData name="Suraj Chopade" userId="S::suraj.chopade@bostoninstituteofanalytics.org::dcc44ee8-6a65-4538-a5e1-c87e14ca7a61" providerId="AD" clId="Web-{212703A0-1CB7-AD27-D72E-54270430733B}" dt="2023-10-12T07:09:37.204" v="425" actId="1076"/>
          <ac:spMkLst>
            <pc:docMk/>
            <pc:sldMk cId="4057324165" sldId="57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A507081B-C226-5024-7E02-CA2CF1B37CFD}"/>
    <pc:docChg chg="modSld">
      <pc:chgData name="Suraj Chopade" userId="S::suraj.chopade@bostoninstituteofanalytics.org::dcc44ee8-6a65-4538-a5e1-c87e14ca7a61" providerId="AD" clId="Web-{A507081B-C226-5024-7E02-CA2CF1B37CFD}" dt="2023-10-14T06:28:28.927" v="2"/>
      <pc:docMkLst>
        <pc:docMk/>
      </pc:docMkLst>
      <pc:sldChg chg="addSp delSp modSp">
        <pc:chgData name="Suraj Chopade" userId="S::suraj.chopade@bostoninstituteofanalytics.org::dcc44ee8-6a65-4538-a5e1-c87e14ca7a61" providerId="AD" clId="Web-{A507081B-C226-5024-7E02-CA2CF1B37CFD}" dt="2023-10-14T06:28:28.927" v="2"/>
        <pc:sldMkLst>
          <pc:docMk/>
          <pc:sldMk cId="2963322543" sldId="580"/>
        </pc:sldMkLst>
        <pc:picChg chg="add del mod">
          <ac:chgData name="Suraj Chopade" userId="S::suraj.chopade@bostoninstituteofanalytics.org::dcc44ee8-6a65-4538-a5e1-c87e14ca7a61" providerId="AD" clId="Web-{A507081B-C226-5024-7E02-CA2CF1B37CFD}" dt="2023-10-14T06:28:28.927" v="2"/>
          <ac:picMkLst>
            <pc:docMk/>
            <pc:sldMk cId="2963322543" sldId="580"/>
            <ac:picMk id="2" creationId="{0FB2E1AA-9EBB-D8AD-035D-BA03941208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558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443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5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84525" y="306632"/>
            <a:ext cx="917185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Agenda: Advance NLP Techniques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1466193" y="1245476"/>
            <a:ext cx="8592206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Advanced Word Embeddings</a:t>
            </a:r>
            <a:endParaRPr lang="en-US" sz="2200">
              <a:latin typeface="Nunito"/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GloVe</a:t>
            </a:r>
            <a:r>
              <a:rPr lang="en-US" sz="2200" dirty="0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 (Global Vectors For Word Representation)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N-grams</a:t>
            </a:r>
            <a:endParaRPr lang="en-US" sz="2200">
              <a:solidFill>
                <a:srgbClr val="374151"/>
              </a:solidFill>
              <a:latin typeface="Nunito"/>
              <a:ea typeface="Söhne"/>
              <a:cs typeface="Söhne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Recurrent Neural Networks (RNN)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Long Short-term Memory (LSTM)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44444"/>
                </a:solidFill>
                <a:latin typeface="Nunito"/>
                <a:ea typeface="+mn-lt"/>
                <a:cs typeface="+mn-lt"/>
              </a:rPr>
              <a:t>Practical Exercise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NLP in Real Word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44444"/>
                </a:solidFill>
                <a:latin typeface="Nunito"/>
                <a:ea typeface="Calibri"/>
                <a:cs typeface="Calibri"/>
              </a:rPr>
              <a:t>Ethical Considerations &amp; Future of NLP</a:t>
            </a: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20665" y="244669"/>
            <a:ext cx="914204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Advanced Word Embeddings</a:t>
            </a:r>
            <a:endParaRPr lang="en-US" b="1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83324" y="1245475"/>
            <a:ext cx="11251322" cy="518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Advanced word embeddings refer to more sophisticated and contextually aware word representation techniques which aims to capture richer and dynamic contextual information.</a:t>
            </a:r>
            <a:endParaRPr lang="en-US" dirty="0">
              <a:solidFill>
                <a:srgbClr val="000000"/>
              </a:solidFill>
              <a:latin typeface="Calibri" panose="020F0502020204030204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Traditional vs. Advanced Word Embeddings: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Traditional word embeddings like Word2Vec or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GloVe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are context-independent.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Advanced word embeddings, on the other hand, are context-dependent. They consider the context in which a word appears to determine its vector representation. </a:t>
            </a:r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00" dirty="0">
              <a:solidFill>
                <a:srgbClr val="374151"/>
              </a:solidFill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00" dirty="0">
              <a:solidFill>
                <a:srgbClr val="37415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323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24922" y="179356"/>
            <a:ext cx="634442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Introduction to GLOVE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471265" y="1010151"/>
            <a:ext cx="11408204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GloVe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, which stands for Global Vectors for Word Representation, is designed to capture the semantic meaning of words in a continuous vector space, often referred to as word vectors or word embeddings.</a:t>
            </a:r>
            <a:endParaRPr lang="en-US" sz="2200" dirty="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Word Embeddings:</a:t>
            </a:r>
            <a:endParaRPr lang="en-US" sz="2200" b="1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Word embeddings are dense vector representations of words. Each word is mapped to a high-dimensional vector in a continuous vector space.</a:t>
            </a:r>
            <a:endParaRPr lang="en-US" sz="220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Co-Occurrence Matrix:</a:t>
            </a:r>
            <a:endParaRPr lang="en-US" sz="2200" b="1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GloVe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starts by constructing a co-occurrence matrix from a large text corpus. Each entry in this matrix represents how often a word appears near another word.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rows and columns of this matrix correspond to words in the vocabulary.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19061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24922" y="179357"/>
            <a:ext cx="634442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Calibri"/>
              </a:rPr>
              <a:t>Co-Occurrence Matrix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83324" y="1245475"/>
            <a:ext cx="1125132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solidFill>
                <a:srgbClr val="374151"/>
              </a:solidFill>
              <a:latin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cs typeface="Calibri"/>
            </a:endParaRPr>
          </a:p>
        </p:txBody>
      </p:sp>
      <p:pic>
        <p:nvPicPr>
          <p:cNvPr id="3" name="Picture 2" descr="A table with numbers and words&#10;&#10;Description automatically generated">
            <a:extLst>
              <a:ext uri="{FF2B5EF4-FFF2-40B4-BE49-F238E27FC236}">
                <a16:creationId xmlns:a16="http://schemas.microsoft.com/office/drawing/2014/main" id="{8C02E1D3-B5B1-A964-DB51-0EF065BBA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588" y="1130302"/>
            <a:ext cx="9424147" cy="441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24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24922" y="179356"/>
            <a:ext cx="634442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Introduction to GLOVE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471265" y="1010151"/>
            <a:ext cx="11408204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GloVe's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optimization objective is it tries to minimize the difference between the dot product of two-word vectors and the logarithm of their co-occurrence count.</a:t>
            </a: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Application:</a:t>
            </a:r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Once the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GloVe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model is trained, you have a set of word vectors that encode semantic information.</a:t>
            </a:r>
            <a:endParaRPr lang="en-US" sz="2200">
              <a:latin typeface="Nunito"/>
            </a:endParaRP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These word vectors can be used in various NLP tasks such as text classification, sentiment analysis, machine translation, and text generation.</a:t>
            </a:r>
            <a:endParaRPr lang="en-US" sz="220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Advantages:</a:t>
            </a:r>
            <a:endParaRPr lang="en-US" sz="2200" dirty="0">
              <a:latin typeface="Nunito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GloVe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captures global word co-occurrence information and tends to provide better semantic representations.</a:t>
            </a:r>
            <a:endParaRPr lang="en-US" sz="2200">
              <a:latin typeface="Nunito"/>
            </a:endParaRP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has fewer hyperparameters to tune compared to some other methods.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02140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661834" y="196165"/>
            <a:ext cx="243356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N-grams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471265" y="1010151"/>
            <a:ext cx="11408204" cy="5466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N-grams are contiguous sequences of n items from a given sample of text. In the context of natural language processing, these items are usually words, but they can also be characters or other linguistic units, depending on the application.</a:t>
            </a: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Types of N-grams: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Unigrams (1-grams): These are single words or tokens.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Bigrams (2-grams): These consist of pairs of adjacent words or tokens, such as "natural language.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Trigrams (3-grams): These contain sequences of three words, like "deep learning models,"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N-grams (N &gt; 3): For larger values of N, you have n-grams containing more than three words, which can capture longer linguistic structures.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849724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661834" y="196165"/>
            <a:ext cx="243356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N-grams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pic>
        <p:nvPicPr>
          <p:cNvPr id="3" name="Picture 2" descr="N-Gram Model">
            <a:extLst>
              <a:ext uri="{FF2B5EF4-FFF2-40B4-BE49-F238E27FC236}">
                <a16:creationId xmlns:a16="http://schemas.microsoft.com/office/drawing/2014/main" id="{588EC7B6-7B6C-FEE7-36F0-43CEC81A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32" y="1513030"/>
            <a:ext cx="11429998" cy="348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78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846481" y="184959"/>
            <a:ext cx="666939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Applications of N-grams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471265" y="1010151"/>
            <a:ext cx="1140820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Language Modeling: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N-grams are used in speech recognition, machine translation, and text generation.</a:t>
            </a:r>
            <a:endParaRPr lang="en-US" sz="2200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Text Analysis: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N-grams are  valuable for extracting keywords, detecting collocations, and identifying recurring patterns in the text.</a:t>
            </a:r>
            <a:endParaRPr lang="en-US" sz="2200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Information Retrieval: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In information retrieval systems, search engines use N-grams to index and search for documents efficiently. </a:t>
            </a: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NLP Tasks: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N-grams can be useful in various NLP tasks, such as sentiment analysis, part-of-speech tagging, and named entity recognition. </a:t>
            </a:r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lvl="1"/>
            <a:endParaRPr lang="en-US" sz="20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383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613834" y="184960"/>
            <a:ext cx="951568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spc="-30" dirty="0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Recurrent Neural Networks (RNNs)</a:t>
            </a:r>
            <a:endParaRPr lang="en-US" b="1" dirty="0"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471265" y="1010151"/>
            <a:ext cx="11408204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Recurrent Neural Networks (RNNs) are a type of artificial neural network designed for processing sequential data. They are used in natural language processing, time series analysis, and speech recognition.</a:t>
            </a:r>
            <a:endParaRPr lang="en-US" sz="2200" dirty="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Basic Structure: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RNNs are characterized by their recurrent or looped structure. This structure enables the network to capture temporal dependencies within the data.</a:t>
            </a:r>
            <a:endParaRPr lang="en-US" sz="2200">
              <a:latin typeface="Nunito"/>
              <a:ea typeface="+mn-lt"/>
              <a:cs typeface="+mn-lt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Sequential Data Processing:</a:t>
            </a:r>
            <a:endParaRPr lang="en-US" sz="220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RNNs excel in handling sequences of data where the order matters. This could include time series data, text, audio signals, and more.</a:t>
            </a:r>
            <a:endParaRPr lang="en-US" sz="220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Each element of the sequence is processed one at a time, and the network maintains a hidden state that carries information from one time step to the next.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011757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69087" y="186398"/>
            <a:ext cx="905083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LSTM (Long Short-Term Memory)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453C182-C29B-F67E-B9F5-9C475AB95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BCBC76-971A-CFB2-AB28-A6003F490F09}"/>
              </a:ext>
            </a:extLst>
          </p:cNvPr>
          <p:cNvSpPr txBox="1"/>
          <p:nvPr/>
        </p:nvSpPr>
        <p:spPr>
          <a:xfrm>
            <a:off x="562303" y="1040524"/>
            <a:ext cx="11067392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LSTM is an RNN architecture for handling long sequences and mitigating vanishing gradient problems.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Long-Term and Short-Term Memory Cells: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LSTMs have long-term (c) and short-term (h) memory cells for retaining and managing information.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Gate Mechanisms: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LSTMs use three gate mechanisms: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Forget Gate: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Decides what to forget from long-term memory.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Input Gate: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Determines what to store in long-term memory.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Output Gate: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Regulates information for short-term memory and output.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7250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69087" y="186398"/>
            <a:ext cx="905083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LSTM (Long Short-Term Memory)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453C182-C29B-F67E-B9F5-9C475AB95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BCBC76-971A-CFB2-AB28-A6003F490F09}"/>
              </a:ext>
            </a:extLst>
          </p:cNvPr>
          <p:cNvSpPr txBox="1"/>
          <p:nvPr/>
        </p:nvSpPr>
        <p:spPr>
          <a:xfrm>
            <a:off x="562303" y="1150883"/>
            <a:ext cx="11067392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Update and Reset Gates: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Update Gate: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Controls how much current short-term memory is added to long-term memory.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Reset Gate: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Decides how much of the previous long-term memory to forget.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Equations and Pictorial Representation: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LSTMs are defined by equations describing information flow, and diagrams illustrate gate and memory cell interactions.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2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69087" y="186398"/>
            <a:ext cx="905083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LSTMs (Long Short-Term Memory)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Picture 1" descr="Machines 10 01226 g001">
            <a:extLst>
              <a:ext uri="{FF2B5EF4-FFF2-40B4-BE49-F238E27FC236}">
                <a16:creationId xmlns:a16="http://schemas.microsoft.com/office/drawing/2014/main" id="{1DDE5A78-40BD-A886-BA34-5713E1599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12" y="1305324"/>
            <a:ext cx="10767846" cy="5079267"/>
          </a:xfrm>
          <a:prstGeom prst="rect">
            <a:avLst/>
          </a:prstGeom>
        </p:spPr>
      </p:pic>
      <p:pic>
        <p:nvPicPr>
          <p:cNvPr id="3" name="Picture 2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453C182-C29B-F67E-B9F5-9C475AB95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23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69087" y="186398"/>
            <a:ext cx="905083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LSTMs (Long Short-Term Memory)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453C182-C29B-F67E-B9F5-9C475AB95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9E09F-8698-4A02-FE42-4700AF6171DE}"/>
              </a:ext>
            </a:extLst>
          </p:cNvPr>
          <p:cNvSpPr txBox="1"/>
          <p:nvPr/>
        </p:nvSpPr>
        <p:spPr>
          <a:xfrm>
            <a:off x="641132" y="1382111"/>
            <a:ext cx="11067392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Nunito"/>
                <a:ea typeface="+mn-lt"/>
                <a:cs typeface="+mn-lt"/>
              </a:rPr>
              <a:t>Role of Activation Functions:</a:t>
            </a:r>
            <a:endParaRPr lang="en-US" sz="2200" b="1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Activation functions (e.g., sigmoid and tanh) are used in gates to control the amount of information passed.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They introduce non-linearity, enabling the network to capture complex patterns.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latin typeface="Nunito"/>
            </a:endParaRPr>
          </a:p>
          <a:p>
            <a:r>
              <a:rPr lang="en-US" sz="2200" b="1" dirty="0">
                <a:latin typeface="Nunito"/>
              </a:rPr>
              <a:t>Comparison with Traditional RNNs:</a:t>
            </a:r>
            <a:endParaRPr lang="en-US" sz="2200" dirty="0">
              <a:latin typeface="Nunito"/>
            </a:endParaRP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LSTMs mitigate vanishing gradients and capture long-range dependencies.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Traditional RNNs lack these capabilities.</a:t>
            </a:r>
            <a:endParaRPr lang="en-US" dirty="0">
              <a:cs typeface="Calibri" panose="020F0502020204030204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2200" dirty="0">
              <a:latin typeface="Nunito"/>
            </a:endParaRPr>
          </a:p>
          <a:p>
            <a:r>
              <a:rPr lang="en-US" sz="2200" b="1" dirty="0">
                <a:latin typeface="Nunito"/>
              </a:rPr>
              <a:t>Use Cases for LSTMs: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Nunito"/>
              </a:rPr>
              <a:t>Natural Language Processing, Speech Recognition, Time Series Analysis, Video Analysis, among others.</a:t>
            </a:r>
          </a:p>
        </p:txBody>
      </p:sp>
    </p:spTree>
    <p:extLst>
      <p:ext uri="{BB962C8B-B14F-4D97-AF65-F5344CB8AC3E}">
        <p14:creationId xmlns:p14="http://schemas.microsoft.com/office/powerpoint/2010/main" val="550353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69087" y="186398"/>
            <a:ext cx="905083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GRU(Gated Recurrent Unit)</a:t>
            </a:r>
            <a:endParaRPr lang="en-US">
              <a:solidFill>
                <a:schemeClr val="accent1">
                  <a:lumMod val="50000"/>
                </a:schemeClr>
              </a:solidFill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3" name="Picture 2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453C182-C29B-F67E-B9F5-9C475AB95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017FD2-25A0-9400-E6ED-C4426A0FA9C5}"/>
              </a:ext>
            </a:extLst>
          </p:cNvPr>
          <p:cNvSpPr txBox="1"/>
          <p:nvPr/>
        </p:nvSpPr>
        <p:spPr>
          <a:xfrm>
            <a:off x="504536" y="879763"/>
            <a:ext cx="11177153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GRUs are a variation of RNNs &amp; known for handling sequential data effectively.</a:t>
            </a:r>
            <a:endParaRPr lang="en-US" sz="2200" dirty="0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GRU unit is similar in structure to a long short-term memory (LSTM) cell, another type of RNN cell.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GRUs consist of several gates and an internal state that helps the network maintain and update information over time.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Gates: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Update Gate (z)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Manages what to keep from the previous state.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Reset Gate (r)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Handles what to forget from the current state.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New Memory Content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Contains information to be incorporated into the memory.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732800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69087" y="186398"/>
            <a:ext cx="905083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GRU(Gated Recurrent Unit)</a:t>
            </a:r>
            <a:endParaRPr lang="en-US">
              <a:solidFill>
                <a:schemeClr val="accent1">
                  <a:lumMod val="50000"/>
                </a:schemeClr>
              </a:solidFill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3" name="Picture 2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453C182-C29B-F67E-B9F5-9C475AB95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017FD2-25A0-9400-E6ED-C4426A0FA9C5}"/>
              </a:ext>
            </a:extLst>
          </p:cNvPr>
          <p:cNvSpPr txBox="1"/>
          <p:nvPr/>
        </p:nvSpPr>
        <p:spPr>
          <a:xfrm>
            <a:off x="504536" y="879763"/>
            <a:ext cx="11177153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</a:rPr>
              <a:t>Operation</a:t>
            </a: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b="1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At each time step, the GRU unit calculates these gates and updates its internal state and memory.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The update gate 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(z) determines how much of the previous state to keep and how much of the new candidate state to add.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reset gate (r) decides which parts of the current state to forget.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new memory content is then combined with the previous state to form the updated state.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031145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69087" y="186398"/>
            <a:ext cx="905083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GRU(Gated Recurrent Unit)</a:t>
            </a:r>
            <a:endParaRPr lang="en-US">
              <a:solidFill>
                <a:schemeClr val="accent1">
                  <a:lumMod val="50000"/>
                </a:schemeClr>
              </a:solidFill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5" name="Picture 4" descr="Energies | Free Full-Text | An Improved Gated Recurrent Unit Network Model  for State-of-Charge Estimation of Lithium-Ion Battery">
            <a:extLst>
              <a:ext uri="{FF2B5EF4-FFF2-40B4-BE49-F238E27FC236}">
                <a16:creationId xmlns:a16="http://schemas.microsoft.com/office/drawing/2014/main" id="{BD33ADD0-38FA-E4D2-34E5-52CAD71FD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38" y="1028053"/>
            <a:ext cx="9521685" cy="5155512"/>
          </a:xfrm>
          <a:prstGeom prst="rect">
            <a:avLst/>
          </a:prstGeom>
        </p:spPr>
      </p:pic>
      <p:pic>
        <p:nvPicPr>
          <p:cNvPr id="3" name="Picture 2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D453C182-C29B-F67E-B9F5-9C475AB95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95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41482" y="257798"/>
            <a:ext cx="1031130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Hands-on: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Calibri"/>
                <a:cs typeface="Calibri"/>
              </a:rPr>
              <a:t>ADVANCED NLP TASKS</a:t>
            </a:r>
            <a:endParaRPr lang="en-US" b="1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471265" y="1010151"/>
            <a:ext cx="11284939" cy="35240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Fake &amp; Real news Dataset:</a:t>
            </a:r>
            <a:r>
              <a:rPr lang="en-US" sz="24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This dataset consists of about 40000 articles consisting of fake as well as real news. Our aim is to train our model so that it can correctly predict whether a given piece of news is real or fake. The fake and real news data is given in two separate datasets with each dataset consisting around 20000 articles each.</a:t>
            </a:r>
            <a:endParaRPr lang="en-US" sz="2400">
              <a:solidFill>
                <a:srgbClr val="374151"/>
              </a:solidFill>
              <a:latin typeface="Calibri"/>
              <a:ea typeface="+mn-lt"/>
              <a:cs typeface="+mn-lt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Note: Use google </a:t>
            </a:r>
            <a:r>
              <a:rPr lang="en-US" sz="2200" dirty="0" err="1">
                <a:solidFill>
                  <a:srgbClr val="374151"/>
                </a:solidFill>
                <a:ea typeface="Calibri"/>
                <a:cs typeface="Calibri"/>
              </a:rPr>
              <a:t>colab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to run the code.</a:t>
            </a: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4968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3556041" y="440846"/>
            <a:ext cx="50844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NLP in Real World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37A08-D137-FB38-9F03-F4B79E763FA7}"/>
              </a:ext>
            </a:extLst>
          </p:cNvPr>
          <p:cNvSpPr txBox="1"/>
          <p:nvPr/>
        </p:nvSpPr>
        <p:spPr>
          <a:xfrm>
            <a:off x="431568" y="1043067"/>
            <a:ext cx="1115758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Chatbots: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powers automated chat systems for customer support and information retrieval.</a:t>
            </a:r>
            <a:endParaRPr lang="en-US"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Sentiment Analysis: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analyzes social media data to gauge public sentiment about products and services.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Language Translation: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facilitates automatic translation between languages, like Google Translate.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Healthcare Records: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extracts insights from medical records for diagnosis, monitoring, and research.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Legal Document Summarization: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automates the summarization of lengthy legal documents.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Text Classification: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is used for tasks like spam detection and news categorization.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Language Understanding: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enables voice assistants to understand and respond to spoken commands.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Autocorrect and Autocomplete: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assists users in writing more accurately and efficiently.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Recommendation Systems: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personalizes product, movie, and content recommendations.</a:t>
            </a:r>
          </a:p>
          <a:p>
            <a:pPr marL="457200" indent="-457200">
              <a:buAutoNum type="arabicPeriod"/>
            </a:pPr>
            <a:r>
              <a:rPr lang="en-US" sz="2000" b="1">
                <a:solidFill>
                  <a:srgbClr val="374151"/>
                </a:solidFill>
                <a:latin typeface="Nunito"/>
                <a:ea typeface="Söhne"/>
                <a:cs typeface="Söhne"/>
              </a:rPr>
              <a:t>Content Generation:</a:t>
            </a:r>
            <a:r>
              <a:rPr lang="en-US" sz="2000">
                <a:solidFill>
                  <a:srgbClr val="374151"/>
                </a:solidFill>
                <a:latin typeface="Nunito"/>
                <a:ea typeface="Söhne"/>
                <a:cs typeface="Söhne"/>
              </a:rPr>
              <a:t> NLP models can generate human-like text for content creation.</a:t>
            </a:r>
            <a:endParaRPr lang="en-US" sz="2000" dirty="0">
              <a:latin typeface="Nuni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724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3096600" y="570056"/>
            <a:ext cx="5824035" cy="17902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Ethical Considerations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37A08-D137-FB38-9F03-F4B79E763FA7}"/>
              </a:ext>
            </a:extLst>
          </p:cNvPr>
          <p:cNvSpPr txBox="1"/>
          <p:nvPr/>
        </p:nvSpPr>
        <p:spPr>
          <a:xfrm>
            <a:off x="431568" y="1037464"/>
            <a:ext cx="11157580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Privacy and Data Protection: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Safeguard user data and privacy.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Implement data anonymization and consent mechanisms.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Fairness and Bias in NLP Models: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Address and mitigate bias in model outputs.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Ensure diversity and representativeness in training data.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Responsible AI Principles: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Adhere to principles of transparency, accountability, and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explainability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Regularly audit and evaluate models for ethical compliance.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2865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D03BB2D-CD52-503A-B59A-F9D3014F1AB4}"/>
              </a:ext>
            </a:extLst>
          </p:cNvPr>
          <p:cNvSpPr txBox="1">
            <a:spLocks/>
          </p:cNvSpPr>
          <p:nvPr/>
        </p:nvSpPr>
        <p:spPr>
          <a:xfrm>
            <a:off x="3096600" y="570056"/>
            <a:ext cx="5824035" cy="17902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Future of NLP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37A08-D137-FB38-9F03-F4B79E763FA7}"/>
              </a:ext>
            </a:extLst>
          </p:cNvPr>
          <p:cNvSpPr txBox="1"/>
          <p:nvPr/>
        </p:nvSpPr>
        <p:spPr>
          <a:xfrm>
            <a:off x="683700" y="1390449"/>
            <a:ext cx="10619698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Advanced Deep Learning Models:</a:t>
            </a:r>
            <a:endParaRPr lang="en-US" sz="2200" dirty="0">
              <a:latin typeface="Nunito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More context-aware and powerful NLP models like GPT-4.</a:t>
            </a:r>
            <a:endParaRPr lang="en-US" sz="2200" dirty="0">
              <a:latin typeface="Nunito"/>
              <a:cs typeface="Calibri" panose="020F0502020204030204"/>
            </a:endParaRPr>
          </a:p>
          <a:p>
            <a:pPr lvl="1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Multilingual NLP:</a:t>
            </a:r>
            <a:endParaRPr lang="en-US" sz="2200" dirty="0">
              <a:latin typeface="Nunito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Improved language understanding for diverse languages.</a:t>
            </a:r>
            <a:endParaRPr lang="en-US" sz="2200" dirty="0">
              <a:latin typeface="Nunito"/>
              <a:cs typeface="Calibri" panose="020F0502020204030204"/>
            </a:endParaRPr>
          </a:p>
          <a:p>
            <a:pPr lvl="1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Domain-specific NLP:</a:t>
            </a:r>
            <a:endParaRPr lang="en-US" sz="2200" dirty="0">
              <a:latin typeface="Nunito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Tailored NLP for specific industries.</a:t>
            </a:r>
            <a:endParaRPr lang="en-US" sz="2200" dirty="0">
              <a:latin typeface="Nunito"/>
              <a:cs typeface="Calibri" panose="020F0502020204030204"/>
            </a:endParaRPr>
          </a:p>
          <a:p>
            <a:pPr lvl="1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Conversational AI:</a:t>
            </a:r>
            <a:endParaRPr lang="en-US" sz="2200" dirty="0">
              <a:latin typeface="Nunito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Human-like chatbots and virtual assistants for better interactions.</a:t>
            </a:r>
            <a:endParaRPr lang="en-US" sz="2200" dirty="0">
              <a:latin typeface="Nunit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13960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 dirty="0">
                <a:solidFill>
                  <a:schemeClr val="accent1">
                    <a:lumMod val="50000"/>
                  </a:schemeClr>
                </a:solidFill>
                <a:latin typeface="Nunito"/>
              </a:rPr>
              <a:t>Questions ?</a:t>
            </a:r>
            <a:endParaRPr lang="en-IN" sz="9600" b="1" dirty="0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 dirty="0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685</cp:revision>
  <dcterms:created xsi:type="dcterms:W3CDTF">2020-12-23T13:36:00Z</dcterms:created>
  <dcterms:modified xsi:type="dcterms:W3CDTF">2024-07-16T07:48:06Z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