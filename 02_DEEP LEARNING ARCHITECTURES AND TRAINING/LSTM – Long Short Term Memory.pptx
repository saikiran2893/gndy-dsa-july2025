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1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10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58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4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3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4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126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1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99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81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6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F633F-D62E-4124-97E4-56D02B81C878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E2CE7-951D-4C89-8A4A-5CFE7F160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82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LSTM – Long Short Term Memory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Sai Kiran 2024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20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07162" cy="733913"/>
          </a:xfrm>
        </p:spPr>
        <p:txBody>
          <a:bodyPr/>
          <a:lstStyle/>
          <a:p>
            <a:r>
              <a:rPr lang="en-IN" dirty="0" smtClean="0"/>
              <a:t>Why LSTM RNN?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615" y="1169377"/>
            <a:ext cx="10914185" cy="5025171"/>
          </a:xfrm>
        </p:spPr>
        <p:txBody>
          <a:bodyPr>
            <a:normAutofit/>
          </a:bodyPr>
          <a:lstStyle/>
          <a:p>
            <a:r>
              <a:rPr lang="en-IN" sz="2000" dirty="0" smtClean="0"/>
              <a:t>RNN doesn’t solve long term dependencies, because of vanishing gradient Problem.</a:t>
            </a:r>
          </a:p>
          <a:p>
            <a:r>
              <a:rPr lang="en-IN" sz="2000" dirty="0" smtClean="0"/>
              <a:t>Consider your task is to generate the text .For Example, The task is we have filled the word for the sentence. </a:t>
            </a:r>
          </a:p>
          <a:p>
            <a:pPr marL="0" indent="0">
              <a:buNone/>
            </a:pPr>
            <a:r>
              <a:rPr lang="en-IN" sz="2000" dirty="0" smtClean="0"/>
              <a:t>The colour of the sky is  ……  . To generate the word over there it is totally depended on the previous words here we won’t face the Vanishing gradient Problem as the length of the sentence is small.</a:t>
            </a:r>
          </a:p>
          <a:p>
            <a:pPr marL="0" indent="0">
              <a:buNone/>
            </a:pPr>
            <a:endParaRPr lang="en-IN" sz="2000" dirty="0" smtClean="0"/>
          </a:p>
          <a:p>
            <a:pPr marL="0" indent="0">
              <a:buNone/>
            </a:pPr>
            <a:r>
              <a:rPr lang="en-IN" sz="2000" dirty="0" smtClean="0"/>
              <a:t>Consider this Example, My name is Sai. I live in India. I reside in Chennai. I work in Private Sector. I speak fluent ….. . Here we have to generate the text that dependant on the previous context . Consider we have to fill the language over there, It is dependant on the context (Indian &amp; Chennai) . Since the dependencies gap is very long, we may have vanishing dependency problem hence RNN can’t solve this problem.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5028467"/>
            <a:ext cx="41052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0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07162" cy="733913"/>
          </a:xfrm>
        </p:spPr>
        <p:txBody>
          <a:bodyPr/>
          <a:lstStyle/>
          <a:p>
            <a:r>
              <a:rPr lang="en-IN" dirty="0" smtClean="0"/>
              <a:t>Basic Representation of RNN and LSTM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73" y="1296695"/>
            <a:ext cx="7696867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6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623" y="294786"/>
            <a:ext cx="10407162" cy="733913"/>
          </a:xfrm>
        </p:spPr>
        <p:txBody>
          <a:bodyPr/>
          <a:lstStyle/>
          <a:p>
            <a:r>
              <a:rPr lang="en-IN" dirty="0" smtClean="0"/>
              <a:t>LSTM Architecture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19808" y="1178168"/>
            <a:ext cx="116234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For each layer we will have three gates in LSTM, They are called as Forget Gate, Input Gate</a:t>
            </a:r>
            <a:r>
              <a:rPr lang="en-IN" dirty="0"/>
              <a:t> </a:t>
            </a:r>
            <a:r>
              <a:rPr lang="en-IN" dirty="0" smtClean="0"/>
              <a:t>&amp; Memory Gate , Output Gate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 smtClean="0"/>
          </a:p>
          <a:p>
            <a:r>
              <a:rPr lang="en-IN" b="1" dirty="0" smtClean="0"/>
              <a:t>Components of LSTM Architecture: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Neural Network Layer basically means a hidden layer which has neurons and we have applied sigmoid activation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Point Wise Operation – We will see X, + , </a:t>
            </a:r>
            <a:r>
              <a:rPr lang="en-IN" dirty="0" err="1" smtClean="0"/>
              <a:t>tanh</a:t>
            </a:r>
            <a:r>
              <a:rPr lang="en-IN" dirty="0" smtClean="0"/>
              <a:t> operators . Here if we have two vectors we will apply that operators on the vectors and end up getting one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Vector Transfer – We transfer the vector from one gate to other 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Concatenate – Combine the two vectors , It will be using during passing the vectors from current timestamp and previous timestamp to the hidden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Copy Operator – If you want to make the duplicate copy of the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52" y="5117260"/>
            <a:ext cx="3162574" cy="16079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564" y="4572569"/>
            <a:ext cx="2815736" cy="2152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864" y="5150653"/>
            <a:ext cx="33813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0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27733"/>
            <a:ext cx="11620500" cy="68115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Forget gate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028700"/>
            <a:ext cx="11620500" cy="5380892"/>
          </a:xfrm>
        </p:spPr>
        <p:txBody>
          <a:bodyPr>
            <a:normAutofit/>
          </a:bodyPr>
          <a:lstStyle/>
          <a:p>
            <a:r>
              <a:rPr lang="en-IN" sz="1600" dirty="0" smtClean="0"/>
              <a:t>Consider I am doing the use case of next text generation</a:t>
            </a:r>
          </a:p>
          <a:p>
            <a:r>
              <a:rPr lang="en-IN" sz="1600" dirty="0" smtClean="0"/>
              <a:t>For Example:</a:t>
            </a:r>
          </a:p>
          <a:p>
            <a:pPr marL="0" indent="0">
              <a:buNone/>
            </a:pPr>
            <a:r>
              <a:rPr lang="en-IN" sz="1600" dirty="0" smtClean="0"/>
              <a:t>Text                    Next Word</a:t>
            </a:r>
          </a:p>
          <a:p>
            <a:pPr marL="0" indent="0">
              <a:buNone/>
            </a:pPr>
            <a:r>
              <a:rPr lang="en-IN" sz="1600" dirty="0" smtClean="0"/>
              <a:t>X11 X12 X13     y15               We will represent each word in 4 vectors like X11 = [0 2 4 1], X12 = [ 4 5 1 2]…</a:t>
            </a:r>
          </a:p>
          <a:p>
            <a:r>
              <a:rPr lang="en-IN" sz="1600" dirty="0" smtClean="0"/>
              <a:t>Consider </a:t>
            </a:r>
            <a:r>
              <a:rPr lang="en-IN" sz="1600" dirty="0" err="1" smtClean="0"/>
              <a:t>xt</a:t>
            </a:r>
            <a:r>
              <a:rPr lang="en-IN" sz="1600" dirty="0" smtClean="0"/>
              <a:t> = [0 2 4 1] and we will take hidden state ht-1 = [1 2 4] then ct-1 = [ 4 2 1] . Below Diagram explains why we get 3 dimension.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5" y="3914407"/>
            <a:ext cx="3257550" cy="1666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896" y="3648439"/>
            <a:ext cx="74295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127733"/>
            <a:ext cx="11620500" cy="68115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Forget gate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028700"/>
            <a:ext cx="11620500" cy="5380892"/>
          </a:xfrm>
        </p:spPr>
        <p:txBody>
          <a:bodyPr>
            <a:normAutofit/>
          </a:bodyPr>
          <a:lstStyle/>
          <a:p>
            <a:r>
              <a:rPr lang="en-IN" sz="1600" dirty="0" smtClean="0"/>
              <a:t>Next Step we will apply point wise operator, This operator will apply on the ct-1 (Previous memory cell) with the vector output from previous step.</a:t>
            </a:r>
          </a:p>
          <a:p>
            <a:pPr marL="0" indent="0">
              <a:buNone/>
            </a:pPr>
            <a:r>
              <a:rPr lang="en-IN" sz="1600" dirty="0" smtClean="0"/>
              <a:t>Forget Gate will let go some information or all information  based on the context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07" y="2161442"/>
            <a:ext cx="96107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1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455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LSTM – Long Short Term Memory</vt:lpstr>
      <vt:lpstr>Why LSTM RNN?</vt:lpstr>
      <vt:lpstr>Basic Representation of RNN and LSTM</vt:lpstr>
      <vt:lpstr>LSTM Architecture</vt:lpstr>
      <vt:lpstr>Forget gate</vt:lpstr>
      <vt:lpstr>Forget gate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 – Long Short Term Memory</dc:title>
  <dc:creator>Sai Kiran U</dc:creator>
  <cp:lastModifiedBy>Sai Kiran U</cp:lastModifiedBy>
  <cp:revision>11</cp:revision>
  <dcterms:created xsi:type="dcterms:W3CDTF">2024-09-04T10:58:09Z</dcterms:created>
  <dcterms:modified xsi:type="dcterms:W3CDTF">2024-09-05T17:57:01Z</dcterms:modified>
</cp:coreProperties>
</file>